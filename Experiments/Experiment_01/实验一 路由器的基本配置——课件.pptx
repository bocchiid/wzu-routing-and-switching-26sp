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37"/>
  </p:handoutMasterIdLst>
  <p:sldIdLst>
    <p:sldId id="606" r:id="rId3"/>
    <p:sldId id="696" r:id="rId5"/>
    <p:sldId id="697" r:id="rId6"/>
    <p:sldId id="699" r:id="rId7"/>
    <p:sldId id="700" r:id="rId8"/>
    <p:sldId id="701" r:id="rId9"/>
    <p:sldId id="702" r:id="rId10"/>
    <p:sldId id="703" r:id="rId11"/>
    <p:sldId id="704" r:id="rId12"/>
    <p:sldId id="705" r:id="rId13"/>
    <p:sldId id="706" r:id="rId14"/>
    <p:sldId id="707" r:id="rId15"/>
    <p:sldId id="732" r:id="rId16"/>
    <p:sldId id="708" r:id="rId17"/>
    <p:sldId id="709" r:id="rId18"/>
    <p:sldId id="710" r:id="rId19"/>
    <p:sldId id="711" r:id="rId20"/>
    <p:sldId id="712" r:id="rId21"/>
    <p:sldId id="714" r:id="rId22"/>
    <p:sldId id="715" r:id="rId23"/>
    <p:sldId id="716" r:id="rId24"/>
    <p:sldId id="717" r:id="rId25"/>
    <p:sldId id="718" r:id="rId26"/>
    <p:sldId id="719" r:id="rId27"/>
    <p:sldId id="721" r:id="rId28"/>
    <p:sldId id="722" r:id="rId29"/>
    <p:sldId id="724" r:id="rId30"/>
    <p:sldId id="725" r:id="rId31"/>
    <p:sldId id="726" r:id="rId32"/>
    <p:sldId id="728" r:id="rId33"/>
    <p:sldId id="729" r:id="rId34"/>
    <p:sldId id="730" r:id="rId35"/>
    <p:sldId id="731" r:id="rId36"/>
  </p:sldIdLst>
  <p:sldSz cx="12192000" cy="6858000"/>
  <p:notesSz cx="6854825" cy="9083675"/>
  <p:defaultTextStyle>
    <a:defPPr>
      <a:defRPr lang="en-US"/>
    </a:defPPr>
    <a:lvl1pPr algn="l" rtl="0" fontAlgn="base">
      <a:spcBef>
        <a:spcPct val="0"/>
      </a:spcBef>
      <a:spcAft>
        <a:spcPct val="0"/>
      </a:spcAft>
      <a:defRPr sz="2400" kern="1200">
        <a:solidFill>
          <a:schemeClr val="tx1"/>
        </a:solidFill>
        <a:latin typeface="Arial" panose="020B0604020202090204" pitchFamily="34" charset="0"/>
        <a:ea typeface="宋体" charset="-122"/>
        <a:cs typeface="+mn-cs"/>
      </a:defRPr>
    </a:lvl1pPr>
    <a:lvl2pPr marL="457200" algn="l" rtl="0" fontAlgn="base">
      <a:spcBef>
        <a:spcPct val="0"/>
      </a:spcBef>
      <a:spcAft>
        <a:spcPct val="0"/>
      </a:spcAft>
      <a:defRPr sz="2400" kern="1200">
        <a:solidFill>
          <a:schemeClr val="tx1"/>
        </a:solidFill>
        <a:latin typeface="Arial" panose="020B0604020202090204" pitchFamily="34" charset="0"/>
        <a:ea typeface="宋体" charset="-122"/>
        <a:cs typeface="+mn-cs"/>
      </a:defRPr>
    </a:lvl2pPr>
    <a:lvl3pPr marL="914400" algn="l" rtl="0" fontAlgn="base">
      <a:spcBef>
        <a:spcPct val="0"/>
      </a:spcBef>
      <a:spcAft>
        <a:spcPct val="0"/>
      </a:spcAft>
      <a:defRPr sz="2400" kern="1200">
        <a:solidFill>
          <a:schemeClr val="tx1"/>
        </a:solidFill>
        <a:latin typeface="Arial" panose="020B0604020202090204" pitchFamily="34" charset="0"/>
        <a:ea typeface="宋体" charset="-122"/>
        <a:cs typeface="+mn-cs"/>
      </a:defRPr>
    </a:lvl3pPr>
    <a:lvl4pPr marL="1371600" algn="l" rtl="0" fontAlgn="base">
      <a:spcBef>
        <a:spcPct val="0"/>
      </a:spcBef>
      <a:spcAft>
        <a:spcPct val="0"/>
      </a:spcAft>
      <a:defRPr sz="2400" kern="1200">
        <a:solidFill>
          <a:schemeClr val="tx1"/>
        </a:solidFill>
        <a:latin typeface="Arial" panose="020B0604020202090204" pitchFamily="34" charset="0"/>
        <a:ea typeface="宋体" charset="-122"/>
        <a:cs typeface="+mn-cs"/>
      </a:defRPr>
    </a:lvl4pPr>
    <a:lvl5pPr marL="1828800" algn="l" rtl="0" fontAlgn="base">
      <a:spcBef>
        <a:spcPct val="0"/>
      </a:spcBef>
      <a:spcAft>
        <a:spcPct val="0"/>
      </a:spcAft>
      <a:defRPr sz="2400" kern="1200">
        <a:solidFill>
          <a:schemeClr val="tx1"/>
        </a:solidFill>
        <a:latin typeface="Arial" panose="020B0604020202090204" pitchFamily="34" charset="0"/>
        <a:ea typeface="宋体" charset="-122"/>
        <a:cs typeface="+mn-cs"/>
      </a:defRPr>
    </a:lvl5pPr>
    <a:lvl6pPr marL="2286000" algn="l" defTabSz="914400" rtl="0" eaLnBrk="1" latinLnBrk="0" hangingPunct="1">
      <a:defRPr sz="2400" kern="1200">
        <a:solidFill>
          <a:schemeClr val="tx1"/>
        </a:solidFill>
        <a:latin typeface="Arial" panose="020B0604020202090204" pitchFamily="34" charset="0"/>
        <a:ea typeface="宋体" charset="-122"/>
        <a:cs typeface="+mn-cs"/>
      </a:defRPr>
    </a:lvl6pPr>
    <a:lvl7pPr marL="2743200" algn="l" defTabSz="914400" rtl="0" eaLnBrk="1" latinLnBrk="0" hangingPunct="1">
      <a:defRPr sz="2400" kern="1200">
        <a:solidFill>
          <a:schemeClr val="tx1"/>
        </a:solidFill>
        <a:latin typeface="Arial" panose="020B0604020202090204" pitchFamily="34" charset="0"/>
        <a:ea typeface="宋体" charset="-122"/>
        <a:cs typeface="+mn-cs"/>
      </a:defRPr>
    </a:lvl7pPr>
    <a:lvl8pPr marL="3200400" algn="l" defTabSz="914400" rtl="0" eaLnBrk="1" latinLnBrk="0" hangingPunct="1">
      <a:defRPr sz="2400" kern="1200">
        <a:solidFill>
          <a:schemeClr val="tx1"/>
        </a:solidFill>
        <a:latin typeface="Arial" panose="020B0604020202090204" pitchFamily="34" charset="0"/>
        <a:ea typeface="宋体" charset="-122"/>
        <a:cs typeface="+mn-cs"/>
      </a:defRPr>
    </a:lvl8pPr>
    <a:lvl9pPr marL="3657600" algn="l" defTabSz="914400" rtl="0" eaLnBrk="1" latinLnBrk="0" hangingPunct="1">
      <a:defRPr sz="2400" kern="1200">
        <a:solidFill>
          <a:schemeClr val="tx1"/>
        </a:solidFill>
        <a:latin typeface="Arial" panose="020B0604020202090204" pitchFamily="34"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6600"/>
    <a:srgbClr val="00D2B4"/>
    <a:srgbClr val="35297D"/>
    <a:srgbClr val="00252E"/>
    <a:srgbClr val="FFFF9B"/>
    <a:srgbClr val="FFCC68"/>
    <a:srgbClr val="FFE5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88" autoAdjust="0"/>
    <p:restoredTop sz="86385" autoAdjust="0"/>
  </p:normalViewPr>
  <p:slideViewPr>
    <p:cSldViewPr snapToGrid="0">
      <p:cViewPr varScale="1">
        <p:scale>
          <a:sx n="197" d="100"/>
          <a:sy n="197" d="100"/>
        </p:scale>
        <p:origin x="2360" y="176"/>
      </p:cViewPr>
      <p:guideLst>
        <p:guide orient="horz" pos="2736"/>
        <p:guide orient="horz" pos="864"/>
        <p:guide pos="3840"/>
      </p:guideLst>
    </p:cSldViewPr>
  </p:slideViewPr>
  <p:outlineViewPr>
    <p:cViewPr>
      <p:scale>
        <a:sx n="33" d="100"/>
        <a:sy n="33" d="100"/>
      </p:scale>
      <p:origin x="0" y="-1296"/>
    </p:cViewPr>
    <p:sldLst>
      <p:sld r:id="rId1" collapse="1"/>
    </p:sldLst>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116" d="100"/>
          <a:sy n="116" d="100"/>
        </p:scale>
        <p:origin x="5136" y="102"/>
      </p:cViewPr>
      <p:guideLst>
        <p:guide orient="horz" pos="2835"/>
        <p:guide pos="2159"/>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9" name="Line 5"/>
          <p:cNvSpPr>
            <a:spLocks noChangeShapeType="1"/>
          </p:cNvSpPr>
          <p:nvPr/>
        </p:nvSpPr>
        <p:spPr bwMode="auto">
          <a:xfrm>
            <a:off x="150813" y="8778875"/>
            <a:ext cx="6551612" cy="0"/>
          </a:xfrm>
          <a:prstGeom prst="line">
            <a:avLst/>
          </a:prstGeom>
          <a:noFill/>
          <a:ln w="12700">
            <a:solidFill>
              <a:schemeClr val="tx1"/>
            </a:solidFill>
            <a:round/>
            <a:headEnd type="none" w="sm" len="sm"/>
            <a:tailEnd type="none" w="sm" len="sm"/>
          </a:ln>
          <a:effectLst/>
        </p:spPr>
        <p:txBody>
          <a:bodyPr wrap="none" anchor="ctr"/>
          <a:lstStyle/>
          <a:p>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8"/>
          <p:cNvSpPr>
            <a:spLocks noChangeArrowheads="1"/>
          </p:cNvSpPr>
          <p:nvPr/>
        </p:nvSpPr>
        <p:spPr bwMode="auto">
          <a:xfrm>
            <a:off x="6111875" y="8410575"/>
            <a:ext cx="439738" cy="209550"/>
          </a:xfrm>
          <a:prstGeom prst="rect">
            <a:avLst/>
          </a:prstGeom>
          <a:noFill/>
          <a:ln>
            <a:noFill/>
          </a:ln>
          <a:effectLst/>
        </p:spPr>
        <p:txBody>
          <a:bodyPr wrap="none" anchor="ctr"/>
          <a:lstStyle/>
          <a:p>
            <a:pPr algn="ctr" eaLnBrk="0" hangingPunct="0">
              <a:lnSpc>
                <a:spcPct val="90000"/>
              </a:lnSpc>
            </a:pPr>
            <a:endParaRPr lang="zh-CN" altLang="en-US"/>
          </a:p>
        </p:txBody>
      </p:sp>
      <p:sp>
        <p:nvSpPr>
          <p:cNvPr id="64516" name="Line 10"/>
          <p:cNvSpPr>
            <a:spLocks noChangeShapeType="1"/>
          </p:cNvSpPr>
          <p:nvPr/>
        </p:nvSpPr>
        <p:spPr bwMode="auto">
          <a:xfrm>
            <a:off x="149225" y="8599488"/>
            <a:ext cx="6503988" cy="0"/>
          </a:xfrm>
          <a:prstGeom prst="line">
            <a:avLst/>
          </a:prstGeom>
          <a:noFill/>
          <a:ln w="12700">
            <a:solidFill>
              <a:schemeClr val="tx1"/>
            </a:solidFill>
            <a:round/>
            <a:headEnd type="none" w="sm" len="sm"/>
            <a:tailEnd type="none" w="sm" len="sm"/>
          </a:ln>
          <a:effectLst/>
        </p:spPr>
        <p:txBody>
          <a:bodyPr wrap="none" anchor="ctr"/>
          <a:lstStyle/>
          <a:p>
            <a:endParaRPr lang="zh-CN" altLang="en-US"/>
          </a:p>
        </p:txBody>
      </p:sp>
      <p:sp>
        <p:nvSpPr>
          <p:cNvPr id="183307" name="Rectangle 11"/>
          <p:cNvSpPr>
            <a:spLocks noGrp="1" noChangeArrowheads="1"/>
          </p:cNvSpPr>
          <p:nvPr>
            <p:ph type="sldNum" sz="quarter" idx="5"/>
          </p:nvPr>
        </p:nvSpPr>
        <p:spPr bwMode="auto">
          <a:xfrm>
            <a:off x="5797550" y="8480425"/>
            <a:ext cx="795338" cy="282575"/>
          </a:xfrm>
          <a:prstGeom prst="rect">
            <a:avLst/>
          </a:prstGeom>
          <a:noFill/>
          <a:ln>
            <a:noFill/>
          </a:ln>
          <a:effectLst/>
        </p:spPr>
        <p:txBody>
          <a:bodyPr vert="horz" wrap="square" lIns="18380" tIns="0" rIns="18380" bIns="0" numCol="1" anchor="b" anchorCtr="0" compatLnSpc="1"/>
          <a:lstStyle>
            <a:lvl1pPr algn="r" defTabSz="880745" eaLnBrk="0" hangingPunct="0">
              <a:lnSpc>
                <a:spcPct val="100000"/>
              </a:lnSpc>
              <a:defRPr sz="800">
                <a:ea typeface="+mn-ea"/>
              </a:defRPr>
            </a:lvl1pPr>
          </a:lstStyle>
          <a:p>
            <a:pPr>
              <a:defRPr/>
            </a:pPr>
            <a:fld id="{365CA263-C1D8-4E5A-BA50-D0F0103D638F}" type="slidenum">
              <a:rPr lang="zh-CN" altLang="en-US"/>
            </a:fld>
            <a:endParaRPr lang="en-US" altLang="zh-CN"/>
          </a:p>
        </p:txBody>
      </p:sp>
      <p:sp>
        <p:nvSpPr>
          <p:cNvPr id="64518" name="Rectangle 12"/>
          <p:cNvSpPr>
            <a:spLocks noGrp="1" noRot="1" noChangeAspect="1" noChangeArrowheads="1" noTextEdit="1"/>
          </p:cNvSpPr>
          <p:nvPr>
            <p:ph type="sldImg" idx="2"/>
          </p:nvPr>
        </p:nvSpPr>
        <p:spPr bwMode="auto">
          <a:xfrm>
            <a:off x="-11113" y="239713"/>
            <a:ext cx="6934201" cy="3900487"/>
          </a:xfrm>
          <a:prstGeom prst="rect">
            <a:avLst/>
          </a:prstGeom>
          <a:noFill/>
          <a:ln w="12700">
            <a:solidFill>
              <a:schemeClr val="tx1"/>
            </a:solidFill>
            <a:miter lim="800000"/>
          </a:ln>
          <a:effectLst/>
        </p:spPr>
      </p:sp>
      <p:sp>
        <p:nvSpPr>
          <p:cNvPr id="183309" name="Rectangle 13"/>
          <p:cNvSpPr>
            <a:spLocks noGrp="1" noChangeArrowheads="1"/>
          </p:cNvSpPr>
          <p:nvPr>
            <p:ph type="body" sz="quarter" idx="3"/>
          </p:nvPr>
        </p:nvSpPr>
        <p:spPr bwMode="auto">
          <a:xfrm>
            <a:off x="395288" y="4278313"/>
            <a:ext cx="5986462" cy="4154487"/>
          </a:xfrm>
          <a:prstGeom prst="rect">
            <a:avLst/>
          </a:prstGeom>
          <a:noFill/>
          <a:ln>
            <a:noFill/>
          </a:ln>
          <a:effectLst/>
        </p:spPr>
        <p:txBody>
          <a:bodyPr vert="horz" wrap="square" lIns="93435" tIns="49014" rIns="93435" bIns="49014" numCol="1" anchor="t" anchorCtr="0" compatLnSpc="1"/>
          <a:lstStyle/>
          <a:p>
            <a:pPr lvl="0"/>
            <a:r>
              <a:rPr lang="en-US" altLang="zh-CN" noProof="0"/>
              <a:t>Body Text</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Tree>
  </p:cSld>
  <p:clrMap bg1="lt1" tx1="dk1" bg2="lt2" tx2="dk2" accent1="accent1" accent2="accent2" accent3="accent3" accent4="accent4" accent5="accent5" accent6="accent6" hlink="hlink" folHlink="folHlink"/>
  <p:notesStyle>
    <a:lvl1pPr marL="113030" indent="-113030" algn="l" defTabSz="1020445"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1pPr>
    <a:lvl2pPr marL="482600" indent="-120650" algn="l" defTabSz="1020445"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2pPr>
    <a:lvl3pPr marL="967105" algn="l" defTabSz="1020445"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3pPr>
    <a:lvl4pPr marL="1449705" algn="l" defTabSz="1020445"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4pPr>
    <a:lvl5pPr marL="1932305" algn="l" defTabSz="1020445"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1"/>
          <p:cNvSpPr>
            <a:spLocks noGrp="1" noChangeArrowheads="1"/>
          </p:cNvSpPr>
          <p:nvPr>
            <p:ph type="sldNum" sz="quarter" idx="5"/>
          </p:nvPr>
        </p:nvSpPr>
        <p:spPr>
          <a:noFill/>
        </p:spPr>
        <p:txBody>
          <a:bodyPr/>
          <a:lstStyle>
            <a:lvl1pPr algn="ctr" defTabSz="880745" eaLnBrk="0" hangingPunct="0">
              <a:lnSpc>
                <a:spcPct val="90000"/>
              </a:lnSpc>
              <a:defRPr sz="2400">
                <a:solidFill>
                  <a:schemeClr val="tx1"/>
                </a:solidFill>
                <a:latin typeface="Arial" panose="020B0604020202090204" pitchFamily="34" charset="0"/>
              </a:defRPr>
            </a:lvl1pPr>
            <a:lvl2pPr marL="742950" indent="-285750" algn="ctr" defTabSz="880745" eaLnBrk="0" hangingPunct="0">
              <a:lnSpc>
                <a:spcPct val="90000"/>
              </a:lnSpc>
              <a:defRPr sz="2400">
                <a:solidFill>
                  <a:schemeClr val="tx1"/>
                </a:solidFill>
                <a:latin typeface="Arial" panose="020B0604020202090204" pitchFamily="34" charset="0"/>
              </a:defRPr>
            </a:lvl2pPr>
            <a:lvl3pPr marL="1143000" indent="-228600" algn="ctr" defTabSz="880745" eaLnBrk="0" hangingPunct="0">
              <a:lnSpc>
                <a:spcPct val="90000"/>
              </a:lnSpc>
              <a:defRPr sz="2400">
                <a:solidFill>
                  <a:schemeClr val="tx1"/>
                </a:solidFill>
                <a:latin typeface="Arial" panose="020B0604020202090204" pitchFamily="34" charset="0"/>
              </a:defRPr>
            </a:lvl3pPr>
            <a:lvl4pPr marL="1600200" indent="-228600" algn="ctr" defTabSz="880745" eaLnBrk="0" hangingPunct="0">
              <a:lnSpc>
                <a:spcPct val="90000"/>
              </a:lnSpc>
              <a:defRPr sz="2400">
                <a:solidFill>
                  <a:schemeClr val="tx1"/>
                </a:solidFill>
                <a:latin typeface="Arial" panose="020B0604020202090204" pitchFamily="34" charset="0"/>
              </a:defRPr>
            </a:lvl4pPr>
            <a:lvl5pPr marL="2057400" indent="-228600" algn="ctr" defTabSz="880745" eaLnBrk="0" hangingPunct="0">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pPr>
            <a:fld id="{A8A0A1AD-C8B3-4649-A2D0-97FD92025399}" type="slidenum">
              <a:rPr lang="zh-CN" altLang="en-US" sz="800" smtClean="0"/>
            </a:fld>
            <a:endParaRPr lang="en-US" altLang="zh-CN" sz="800"/>
          </a:p>
        </p:txBody>
      </p:sp>
      <p:sp>
        <p:nvSpPr>
          <p:cNvPr id="65539" name="Rectangle 2"/>
          <p:cNvSpPr>
            <a:spLocks noGrp="1" noRot="1" noChangeAspect="1" noChangeArrowheads="1" noTextEdit="1"/>
          </p:cNvSpPr>
          <p:nvPr>
            <p:ph type="sldImg"/>
          </p:nvPr>
        </p:nvSpPr>
        <p:spPr>
          <a:xfrm>
            <a:off x="400050" y="681038"/>
            <a:ext cx="6056313" cy="3406775"/>
          </a:xfrm>
        </p:spPr>
      </p:sp>
      <p:sp>
        <p:nvSpPr>
          <p:cNvPr id="65540" name="Rectangle 3"/>
          <p:cNvSpPr>
            <a:spLocks noGrp="1" noChangeArrowheads="1"/>
          </p:cNvSpPr>
          <p:nvPr>
            <p:ph type="body" idx="1"/>
          </p:nvPr>
        </p:nvSpPr>
        <p:spPr>
          <a:xfrm>
            <a:off x="914400" y="4314825"/>
            <a:ext cx="5026025" cy="4087813"/>
          </a:xfrm>
          <a:noFill/>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83DD2883-F6A5-B644-BA53-2732A078F8B4}" type="slidenum">
              <a:rPr lang="zh-CN" altLang="en-US" sz="800"/>
            </a:fld>
            <a:endParaRPr lang="en-US" altLang="zh-CN" sz="800"/>
          </a:p>
        </p:txBody>
      </p:sp>
      <p:sp>
        <p:nvSpPr>
          <p:cNvPr id="6147" name="AutoShape 2"/>
          <p:cNvSpPr>
            <a:spLocks noGrp="1" noRot="1" noChangeAspect="1" noChangeArrowheads="1" noTextEdit="1"/>
          </p:cNvSpPr>
          <p:nvPr>
            <p:ph type="sldImg"/>
          </p:nvPr>
        </p:nvSpPr>
        <p:spPr>
          <a:xfrm>
            <a:off x="-6350" y="239713"/>
            <a:ext cx="6929438" cy="3898900"/>
          </a:xfrm>
        </p:spPr>
      </p:sp>
      <p:sp>
        <p:nvSpPr>
          <p:cNvPr id="6148" name="Rectangle 3"/>
          <p:cNvSpPr>
            <a:spLocks noGrp="1" noChangeArrowheads="1"/>
          </p:cNvSpPr>
          <p:nvPr>
            <p:ph type="body" idx="1"/>
          </p:nvPr>
        </p:nvSpPr>
        <p:spPr>
          <a:xfrm>
            <a:off x="396875" y="4278313"/>
            <a:ext cx="5984875" cy="41560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GB" altLang="zh-CN">
              <a:latin typeface="Arial" panose="020B060402020209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A6F171D1-D56A-724E-A497-AB8DB57F5D81}" type="slidenum">
              <a:rPr lang="zh-CN" altLang="en-US" sz="800"/>
            </a:fld>
            <a:endParaRPr lang="en-US" altLang="zh-CN" sz="800"/>
          </a:p>
        </p:txBody>
      </p:sp>
      <p:sp>
        <p:nvSpPr>
          <p:cNvPr id="8195" name="AutoShape 2"/>
          <p:cNvSpPr>
            <a:spLocks noGrp="1" noRot="1" noChangeAspect="1" noChangeArrowheads="1" noTextEdit="1"/>
          </p:cNvSpPr>
          <p:nvPr>
            <p:ph type="sldImg"/>
          </p:nvPr>
        </p:nvSpPr>
        <p:spPr/>
      </p:sp>
      <p:sp>
        <p:nvSpPr>
          <p:cNvPr id="8196"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D50DA85C-B764-304E-9A5B-3BFBF5597843}" type="slidenum">
              <a:rPr lang="zh-CN" altLang="en-US" sz="800"/>
            </a:fld>
            <a:endParaRPr lang="en-US" altLang="zh-CN" sz="800"/>
          </a:p>
        </p:txBody>
      </p:sp>
      <p:sp>
        <p:nvSpPr>
          <p:cNvPr id="11267" name="AutoShap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998EB887-E9D6-9E42-859F-6BE95E8AD14E}" type="slidenum">
              <a:rPr lang="zh-CN" altLang="en-US" sz="800"/>
            </a:fld>
            <a:endParaRPr lang="en-US" altLang="zh-CN" sz="800"/>
          </a:p>
        </p:txBody>
      </p:sp>
      <p:sp>
        <p:nvSpPr>
          <p:cNvPr id="14339" name="AutoShape 2"/>
          <p:cNvSpPr>
            <a:spLocks noGrp="1" noRot="1" noChangeAspect="1" noChangeArrowheads="1" noTextEdit="1"/>
          </p:cNvSpPr>
          <p:nvPr>
            <p:ph type="sldImg"/>
          </p:nvPr>
        </p:nvSpPr>
        <p:spPr>
          <a:xfrm>
            <a:off x="400050" y="681038"/>
            <a:ext cx="6056313" cy="3406775"/>
          </a:xfrm>
        </p:spPr>
      </p:sp>
      <p:sp>
        <p:nvSpPr>
          <p:cNvPr id="14340" name="Rectangle 3"/>
          <p:cNvSpPr>
            <a:spLocks noGrp="1" noChangeArrowheads="1"/>
          </p:cNvSpPr>
          <p:nvPr>
            <p:ph type="body" idx="1"/>
          </p:nvPr>
        </p:nvSpPr>
        <p:spPr>
          <a:xfrm>
            <a:off x="685800" y="4314825"/>
            <a:ext cx="5483225" cy="408781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D3566B90-658A-BC47-9140-0596FB322A63}" type="slidenum">
              <a:rPr lang="zh-CN" altLang="en-US" sz="800"/>
            </a:fld>
            <a:endParaRPr lang="en-US" altLang="zh-CN" sz="800"/>
          </a:p>
        </p:txBody>
      </p:sp>
      <p:sp>
        <p:nvSpPr>
          <p:cNvPr id="16387" name="AutoShape 2"/>
          <p:cNvSpPr>
            <a:spLocks noGrp="1" noRot="1" noChangeAspect="1" noChangeArrowheads="1" noTextEdit="1"/>
          </p:cNvSpPr>
          <p:nvPr>
            <p:ph type="sldImg"/>
          </p:nvPr>
        </p:nvSpPr>
        <p:spPr>
          <a:xfrm>
            <a:off x="400050" y="681038"/>
            <a:ext cx="6056313" cy="3406775"/>
          </a:xfrm>
        </p:spPr>
      </p:sp>
      <p:sp>
        <p:nvSpPr>
          <p:cNvPr id="16388" name="Rectangle 3"/>
          <p:cNvSpPr>
            <a:spLocks noGrp="1" noChangeArrowheads="1"/>
          </p:cNvSpPr>
          <p:nvPr>
            <p:ph type="body" idx="1"/>
          </p:nvPr>
        </p:nvSpPr>
        <p:spPr>
          <a:xfrm>
            <a:off x="685800" y="4314825"/>
            <a:ext cx="5483225" cy="408781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65CA263-C1D8-4E5A-BA50-D0F0103D638F}"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A5E57A1E-21BA-5347-A80A-79720299EF70}" type="slidenum">
              <a:rPr lang="zh-CN" altLang="en-US" sz="800"/>
            </a:fld>
            <a:endParaRPr lang="en-US" altLang="zh-CN" sz="800"/>
          </a:p>
        </p:txBody>
      </p:sp>
      <p:sp>
        <p:nvSpPr>
          <p:cNvPr id="19459" name="AutoShap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16CDAF07-C339-0440-8229-1E84775832B4}" type="slidenum">
              <a:rPr lang="zh-CN" altLang="en-US" sz="800"/>
            </a:fld>
            <a:endParaRPr lang="en-US" altLang="zh-CN" sz="800"/>
          </a:p>
        </p:txBody>
      </p:sp>
      <p:sp>
        <p:nvSpPr>
          <p:cNvPr id="24579" name="AutoShape 2"/>
          <p:cNvSpPr>
            <a:spLocks noGrp="1" noRot="1" noChangeAspect="1" noChangeArrowheads="1" noTextEdit="1"/>
          </p:cNvSpPr>
          <p:nvPr>
            <p:ph type="sldImg"/>
          </p:nvPr>
        </p:nvSpPr>
        <p:spPr/>
      </p:sp>
      <p:sp>
        <p:nvSpPr>
          <p:cNvPr id="24580"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AD3CED78-8F7D-1F4A-835A-56AD1E1CF2AD}" type="slidenum">
              <a:rPr lang="zh-CN" altLang="en-US" sz="800"/>
            </a:fld>
            <a:endParaRPr lang="en-US" altLang="zh-CN" sz="800"/>
          </a:p>
        </p:txBody>
      </p:sp>
      <p:sp>
        <p:nvSpPr>
          <p:cNvPr id="27651" name="AutoShape 2"/>
          <p:cNvSpPr>
            <a:spLocks noGrp="1" noRot="1" noChangeAspect="1" noChangeArrowheads="1" noTextEdit="1"/>
          </p:cNvSpPr>
          <p:nvPr>
            <p:ph type="sldImg"/>
          </p:nvPr>
        </p:nvSpPr>
        <p:spPr/>
      </p:sp>
      <p:sp>
        <p:nvSpPr>
          <p:cNvPr id="27652"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65CA263-C1D8-4E5A-BA50-D0F0103D638F}"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152E7B86-A18C-7A4E-BD5C-C98E8282FF8A}" type="slidenum">
              <a:rPr lang="zh-CN" altLang="en-US" sz="800"/>
            </a:fld>
            <a:endParaRPr lang="en-US" altLang="zh-CN" sz="800"/>
          </a:p>
        </p:txBody>
      </p:sp>
      <p:sp>
        <p:nvSpPr>
          <p:cNvPr id="39939" name="AutoShap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301D8297-CE7B-ED4F-AA37-F566CE1797B5}" type="slidenum">
              <a:rPr lang="zh-CN" altLang="en-US" sz="800"/>
            </a:fld>
            <a:endParaRPr lang="en-US" altLang="zh-CN" sz="800"/>
          </a:p>
        </p:txBody>
      </p:sp>
      <p:sp>
        <p:nvSpPr>
          <p:cNvPr id="44035" name="AutoShap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1"/>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ctr" defTabSz="880745">
              <a:lnSpc>
                <a:spcPct val="90000"/>
              </a:lnSpc>
              <a:defRPr sz="2400">
                <a:solidFill>
                  <a:schemeClr val="tx1"/>
                </a:solidFill>
                <a:latin typeface="Arial" panose="020B0604020202090204" pitchFamily="34" charset="0"/>
              </a:defRPr>
            </a:lvl1pPr>
            <a:lvl2pPr marL="742950" indent="-285750" algn="ctr" defTabSz="880745">
              <a:lnSpc>
                <a:spcPct val="90000"/>
              </a:lnSpc>
              <a:defRPr sz="2400">
                <a:solidFill>
                  <a:schemeClr val="tx1"/>
                </a:solidFill>
                <a:latin typeface="Arial" panose="020B0604020202090204" pitchFamily="34" charset="0"/>
              </a:defRPr>
            </a:lvl2pPr>
            <a:lvl3pPr marL="1143000" indent="-228600" algn="ctr" defTabSz="880745">
              <a:lnSpc>
                <a:spcPct val="90000"/>
              </a:lnSpc>
              <a:defRPr sz="2400">
                <a:solidFill>
                  <a:schemeClr val="tx1"/>
                </a:solidFill>
                <a:latin typeface="Arial" panose="020B0604020202090204" pitchFamily="34" charset="0"/>
              </a:defRPr>
            </a:lvl3pPr>
            <a:lvl4pPr marL="1600200" indent="-228600" algn="ctr" defTabSz="880745">
              <a:lnSpc>
                <a:spcPct val="90000"/>
              </a:lnSpc>
              <a:defRPr sz="2400">
                <a:solidFill>
                  <a:schemeClr val="tx1"/>
                </a:solidFill>
                <a:latin typeface="Arial" panose="020B0604020202090204" pitchFamily="34" charset="0"/>
              </a:defRPr>
            </a:lvl4pPr>
            <a:lvl5pPr marL="2057400" indent="-228600" algn="ctr" defTabSz="880745">
              <a:lnSpc>
                <a:spcPct val="90000"/>
              </a:lnSpc>
              <a:defRPr sz="2400">
                <a:solidFill>
                  <a:schemeClr val="tx1"/>
                </a:solidFill>
                <a:latin typeface="Arial" panose="020B0604020202090204" pitchFamily="34" charset="0"/>
              </a:defRPr>
            </a:lvl5pPr>
            <a:lvl6pPr marL="25146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defTabSz="880745"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lgn="r">
              <a:lnSpc>
                <a:spcPct val="100000"/>
              </a:lnSpc>
              <a:defRPr/>
            </a:pPr>
            <a:fld id="{E6077C97-5ED1-0A47-95FB-4EC6AFE0FF57}" type="slidenum">
              <a:rPr lang="zh-CN" altLang="en-US" sz="800"/>
            </a:fld>
            <a:endParaRPr lang="en-US" altLang="zh-CN" sz="800"/>
          </a:p>
        </p:txBody>
      </p:sp>
      <p:sp>
        <p:nvSpPr>
          <p:cNvPr id="49155" name="AutoShap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zh-CN" altLang="en-US">
              <a:latin typeface="Arial" panose="020B060402020209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oleObject" Target="../embeddings/oleObject2.bin"/><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2" descr="PPt_CoverArt1"/>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1893888"/>
            <a:ext cx="12187767" cy="2449512"/>
          </a:xfrm>
          <a:prstGeom prst="rect">
            <a:avLst/>
          </a:prstGeom>
          <a:noFill/>
          <a:ln>
            <a:noFill/>
          </a:ln>
        </p:spPr>
      </p:pic>
      <p:sp>
        <p:nvSpPr>
          <p:cNvPr id="5" name="Rectangle 6"/>
          <p:cNvSpPr>
            <a:spLocks noChangeArrowheads="1"/>
          </p:cNvSpPr>
          <p:nvPr/>
        </p:nvSpPr>
        <p:spPr bwMode="auto">
          <a:xfrm>
            <a:off x="11566372" y="6624363"/>
            <a:ext cx="322946" cy="236812"/>
          </a:xfrm>
          <a:prstGeom prst="rect">
            <a:avLst/>
          </a:prstGeom>
          <a:noFill/>
          <a:ln>
            <a:noFill/>
          </a:ln>
          <a:effectLst/>
        </p:spPr>
        <p:txBody>
          <a:bodyPr wrap="none" lIns="82124" tIns="41061" rIns="82124" bIns="41061" anchor="b">
            <a:spAutoFit/>
          </a:bodyPr>
          <a:lstStyle/>
          <a:p>
            <a:pPr algn="r" defTabSz="814070" eaLnBrk="0" hangingPunct="0"/>
            <a:fld id="{D9CACCEA-7424-43CE-BE4D-9FA49F49F50F}" type="slidenum">
              <a:rPr lang="zh-CN" altLang="en-US" sz="1000">
                <a:solidFill>
                  <a:srgbClr val="D3D3D3"/>
                </a:solidFill>
              </a:rPr>
            </a:fld>
            <a:endParaRPr lang="en-US" altLang="zh-CN" sz="1000">
              <a:solidFill>
                <a:srgbClr val="D3D3D3"/>
              </a:solidFill>
            </a:endParaRPr>
          </a:p>
        </p:txBody>
      </p:sp>
      <p:graphicFrame>
        <p:nvGraphicFramePr>
          <p:cNvPr id="6" name="Object 44"/>
          <p:cNvGraphicFramePr>
            <a:graphicFrameLocks noChangeAspect="1"/>
          </p:cNvGraphicFramePr>
          <p:nvPr userDrawn="1"/>
        </p:nvGraphicFramePr>
        <p:xfrm>
          <a:off x="599018" y="468313"/>
          <a:ext cx="3634316" cy="768350"/>
        </p:xfrm>
        <a:graphic>
          <a:graphicData uri="http://schemas.openxmlformats.org/presentationml/2006/ole">
            <mc:AlternateContent xmlns:mc="http://schemas.openxmlformats.org/markup-compatibility/2006">
              <mc:Choice xmlns:v="urn:schemas-microsoft-com:vml" Requires="v">
                <p:oleObj spid="_x0000_s129537" name="Photo Editor 照片" r:id="rId3" imgW="2057400" imgH="581025" progId="MSPhotoEd.3">
                  <p:embed/>
                </p:oleObj>
              </mc:Choice>
              <mc:Fallback>
                <p:oleObj name="Photo Editor 照片" r:id="rId3" imgW="2057400" imgH="581025" progId="MSPhotoEd.3">
                  <p:embed/>
                  <p:pic>
                    <p:nvPicPr>
                      <p:cNvPr id="0" name="图片 1295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018" y="468313"/>
                        <a:ext cx="3634316" cy="768350"/>
                      </a:xfrm>
                      <a:prstGeom prst="rect">
                        <a:avLst/>
                      </a:prstGeom>
                      <a:noFill/>
                      <a:ln>
                        <a:noFill/>
                      </a:ln>
                    </p:spPr>
                  </p:pic>
                </p:oleObj>
              </mc:Fallback>
            </mc:AlternateContent>
          </a:graphicData>
        </a:graphic>
      </p:graphicFrame>
      <p:pic>
        <p:nvPicPr>
          <p:cNvPr id="7" name="图片 17"/>
          <p:cNvPicPr>
            <a:picLocks noChangeAspect="1" noChangeArrowheads="1"/>
          </p:cNvPicPr>
          <p:nvPr userDrawn="1"/>
        </p:nvPicPr>
        <p:blipFill>
          <a:blip r:embed="rId5">
            <a:extLst>
              <a:ext uri="{28A0092B-C50C-407E-A947-70E740481C1C}">
                <a14:useLocalDpi xmlns:a14="http://schemas.microsoft.com/office/drawing/2010/main" val="0"/>
              </a:ext>
            </a:extLst>
          </a:blip>
          <a:srcRect l="16261" t="24229" r="45792" b="33920"/>
          <a:stretch>
            <a:fillRect/>
          </a:stretch>
        </p:blipFill>
        <p:spPr bwMode="auto">
          <a:xfrm>
            <a:off x="9609667" y="466725"/>
            <a:ext cx="2222500" cy="908050"/>
          </a:xfrm>
          <a:prstGeom prst="rect">
            <a:avLst/>
          </a:prstGeom>
          <a:noFill/>
          <a:ln>
            <a:noFill/>
          </a:ln>
        </p:spPr>
      </p:pic>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098117" y="1893888"/>
            <a:ext cx="6093883" cy="2449512"/>
          </a:xfrm>
          <a:prstGeom prst="rect">
            <a:avLst/>
          </a:prstGeom>
          <a:noFill/>
          <a:ln>
            <a:noFill/>
          </a:ln>
        </p:spPr>
      </p:pic>
      <p:sp>
        <p:nvSpPr>
          <p:cNvPr id="1257479" name="Rectangle 7"/>
          <p:cNvSpPr>
            <a:spLocks noGrp="1" noChangeArrowheads="1"/>
          </p:cNvSpPr>
          <p:nvPr>
            <p:ph type="ctrTitle" hasCustomPrompt="1"/>
          </p:nvPr>
        </p:nvSpPr>
        <p:spPr bwMode="white">
          <a:xfrm>
            <a:off x="414867" y="2671763"/>
            <a:ext cx="5024967" cy="830262"/>
          </a:xfrm>
        </p:spPr>
        <p:txBody>
          <a:bodyPr anchor="ctr"/>
          <a:lstStyle>
            <a:lvl1pPr>
              <a:defRPr sz="3000" b="0">
                <a:solidFill>
                  <a:srgbClr val="FFFFFF"/>
                </a:solidFill>
              </a:defRPr>
            </a:lvl1pPr>
          </a:lstStyle>
          <a:p>
            <a:pPr lvl="0"/>
            <a:r>
              <a:rPr lang="en-US" altLang="zh-CN" noProof="0"/>
              <a:t>Click To Edit Master Title Style</a:t>
            </a:r>
            <a:endParaRPr lang="en-US" altLang="zh-CN" noProof="0"/>
          </a:p>
        </p:txBody>
      </p:sp>
      <p:sp>
        <p:nvSpPr>
          <p:cNvPr id="1257480" name="Rectangle 8"/>
          <p:cNvSpPr>
            <a:spLocks noGrp="1" noChangeArrowheads="1"/>
          </p:cNvSpPr>
          <p:nvPr>
            <p:ph type="subTitle" idx="1" hasCustomPrompt="1"/>
          </p:nvPr>
        </p:nvSpPr>
        <p:spPr>
          <a:xfrm>
            <a:off x="414867" y="4672013"/>
            <a:ext cx="5471584" cy="658812"/>
          </a:xfrm>
        </p:spPr>
        <p:txBody>
          <a:bodyPr/>
          <a:lstStyle>
            <a:lvl1pPr marL="0" indent="0">
              <a:lnSpc>
                <a:spcPct val="90000"/>
              </a:lnSpc>
              <a:buFont typeface="Wingdings" panose="05000000000000000000" pitchFamily="2" charset="2"/>
              <a:buNone/>
              <a:defRPr sz="2000" b="1">
                <a:solidFill>
                  <a:schemeClr val="bg2"/>
                </a:solidFill>
              </a:defRPr>
            </a:lvl1pPr>
          </a:lstStyle>
          <a:p>
            <a:pPr lvl="0"/>
            <a:r>
              <a:rPr lang="en-US" altLang="zh-CN" noProof="0"/>
              <a:t>Click to Edit Master Subtitle Style</a:t>
            </a:r>
            <a:endParaRPr lang="en-US" altLang="zh-CN" noProof="0"/>
          </a:p>
        </p:txBody>
      </p:sp>
      <p:sp>
        <p:nvSpPr>
          <p:cNvPr id="11" name="Rectangle 4"/>
          <p:cNvSpPr>
            <a:spLocks noChangeArrowheads="1"/>
          </p:cNvSpPr>
          <p:nvPr userDrawn="1"/>
        </p:nvSpPr>
        <p:spPr bwMode="auto">
          <a:xfrm>
            <a:off x="11566372" y="6624363"/>
            <a:ext cx="322946" cy="236812"/>
          </a:xfrm>
          <a:prstGeom prst="rect">
            <a:avLst/>
          </a:prstGeom>
          <a:noFill/>
          <a:ln>
            <a:noFill/>
          </a:ln>
          <a:effectLst/>
        </p:spPr>
        <p:txBody>
          <a:bodyPr wrap="none" lIns="82124" tIns="41061" rIns="82124" bIns="41061" anchor="b">
            <a:spAutoFit/>
          </a:bodyPr>
          <a:lstStyle/>
          <a:p>
            <a:pPr algn="r" defTabSz="814070" eaLnBrk="0" hangingPunct="0"/>
            <a:fld id="{11F7D356-0E42-4BB0-882B-92488DE6C281}" type="slidenum">
              <a:rPr lang="zh-CN" altLang="en-US" sz="1000">
                <a:solidFill>
                  <a:srgbClr val="D3D3D3"/>
                </a:solidFill>
              </a:rPr>
            </a:fld>
            <a:endParaRPr lang="en-US" altLang="zh-CN" sz="1000">
              <a:solidFill>
                <a:srgbClr val="D3D3D3"/>
              </a:solidFill>
            </a:endParaRPr>
          </a:p>
        </p:txBody>
      </p:sp>
      <p:pic>
        <p:nvPicPr>
          <p:cNvPr id="12" name="图片 1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l="16261" t="24229" r="45792" b="33920"/>
          <a:stretch>
            <a:fillRect/>
          </a:stretch>
        </p:blipFill>
        <p:spPr bwMode="auto">
          <a:xfrm>
            <a:off x="855134" y="6624638"/>
            <a:ext cx="751417" cy="241300"/>
          </a:xfrm>
          <a:prstGeom prst="rect">
            <a:avLst/>
          </a:prstGeom>
          <a:noFill/>
          <a:ln>
            <a:noFill/>
          </a:ln>
        </p:spPr>
      </p:pic>
      <p:graphicFrame>
        <p:nvGraphicFramePr>
          <p:cNvPr id="13" name="对象 13"/>
          <p:cNvGraphicFramePr>
            <a:graphicFrameLocks noChangeAspect="1"/>
          </p:cNvGraphicFramePr>
          <p:nvPr userDrawn="1"/>
        </p:nvGraphicFramePr>
        <p:xfrm>
          <a:off x="5327651" y="6664325"/>
          <a:ext cx="745067" cy="158750"/>
        </p:xfrm>
        <a:graphic>
          <a:graphicData uri="http://schemas.openxmlformats.org/presentationml/2006/ole">
            <mc:AlternateContent xmlns:mc="http://schemas.openxmlformats.org/markup-compatibility/2006">
              <mc:Choice xmlns:v="urn:schemas-microsoft-com:vml" Requires="v">
                <p:oleObj spid="_x0000_s129538" name="Photo Editor 照片" r:id="rId8" imgW="2057400" imgH="581025" progId="MSPhotoEd.3">
                  <p:embed/>
                </p:oleObj>
              </mc:Choice>
              <mc:Fallback>
                <p:oleObj name="Photo Editor 照片" r:id="rId8" imgW="2057400" imgH="581025" progId="MSPhotoEd.3">
                  <p:embed/>
                  <p:pic>
                    <p:nvPicPr>
                      <p:cNvPr id="0" name="图片 1295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7651" y="6664325"/>
                        <a:ext cx="745067" cy="158750"/>
                      </a:xfrm>
                      <a:prstGeom prst="rect">
                        <a:avLst/>
                      </a:prstGeom>
                      <a:noFill/>
                      <a:ln>
                        <a:noFill/>
                      </a:ln>
                    </p:spPr>
                  </p:pic>
                </p:oleObj>
              </mc:Fallback>
            </mc:AlternateContent>
          </a:graphicData>
        </a:graphic>
      </p:graphicFrame>
      <p:sp>
        <p:nvSpPr>
          <p:cNvPr id="14" name="Rectangle 49"/>
          <p:cNvSpPr>
            <a:spLocks noChangeArrowheads="1"/>
          </p:cNvSpPr>
          <p:nvPr userDrawn="1"/>
        </p:nvSpPr>
        <p:spPr bwMode="auto">
          <a:xfrm>
            <a:off x="6062134" y="6621188"/>
            <a:ext cx="3062479" cy="236812"/>
          </a:xfrm>
          <a:prstGeom prst="rect">
            <a:avLst/>
          </a:prstGeom>
          <a:noFill/>
          <a:ln>
            <a:noFill/>
          </a:ln>
          <a:effectLst/>
        </p:spPr>
        <p:txBody>
          <a:bodyPr wrap="none" lIns="82124" tIns="41061" rIns="82124" bIns="41061" anchor="b" anchorCtr="1">
            <a:spAutoFit/>
          </a:bodyPr>
          <a:lstStyle/>
          <a:p>
            <a:pPr defTabSz="814070" eaLnBrk="0" hangingPunct="0"/>
            <a:r>
              <a:rPr lang="en-US" altLang="zh-CN" sz="1000" b="1" dirty="0">
                <a:solidFill>
                  <a:srgbClr val="D3D3D3"/>
                </a:solidFill>
              </a:rPr>
              <a:t>© 2019 Wenzhou University, All rights reserved.</a:t>
            </a:r>
            <a:endParaRPr lang="en-US" altLang="zh-CN" sz="1000" b="1" dirty="0">
              <a:solidFill>
                <a:srgbClr val="D3D3D3"/>
              </a:solidFill>
            </a:endParaRPr>
          </a:p>
        </p:txBody>
      </p:sp>
      <p:sp>
        <p:nvSpPr>
          <p:cNvPr id="15" name="Rectangle 50"/>
          <p:cNvSpPr>
            <a:spLocks noChangeArrowheads="1"/>
          </p:cNvSpPr>
          <p:nvPr userDrawn="1"/>
        </p:nvSpPr>
        <p:spPr bwMode="auto">
          <a:xfrm>
            <a:off x="1562101" y="6616700"/>
            <a:ext cx="3594100" cy="236538"/>
          </a:xfrm>
          <a:prstGeom prst="rect">
            <a:avLst/>
          </a:prstGeom>
          <a:noFill/>
          <a:ln>
            <a:noFill/>
          </a:ln>
          <a:effectLst/>
        </p:spPr>
        <p:txBody>
          <a:bodyPr lIns="82124" tIns="41061" rIns="82124" bIns="41061" anchor="b">
            <a:spAutoFit/>
          </a:bodyPr>
          <a:lstStyle/>
          <a:p>
            <a:pPr defTabSz="814070" eaLnBrk="0" hangingPunct="0"/>
            <a:r>
              <a:rPr lang="en-US" altLang="zh-CN" sz="1000" b="1">
                <a:solidFill>
                  <a:srgbClr val="D3D3D3"/>
                </a:solidFill>
              </a:rPr>
              <a:t>Routing and Switching</a:t>
            </a:r>
            <a:endParaRPr lang="en-US" altLang="zh-CN" sz="1000" b="1">
              <a:solidFill>
                <a:srgbClr val="D3D3D3"/>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74185" y="1900239"/>
            <a:ext cx="5192183"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269567" y="1900239"/>
            <a:ext cx="5192184"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21234" y="627063"/>
            <a:ext cx="2713567" cy="48450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74185" y="627063"/>
            <a:ext cx="7943849" cy="48450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vmlDrawing" Target="../drawings/vmlDrawing2.vml"/><Relationship Id="rId15" Type="http://schemas.openxmlformats.org/officeDocument/2006/relationships/image" Target="../media/image2.png"/><Relationship Id="rId14" Type="http://schemas.openxmlformats.org/officeDocument/2006/relationships/oleObject" Target="../embeddings/oleObject3.bin"/><Relationship Id="rId13" Type="http://schemas.openxmlformats.org/officeDocument/2006/relationships/image" Target="../media/image5.png"/><Relationship Id="rId12" Type="http://schemas.openxmlformats.org/officeDocument/2006/relationships/image" Target="../media/image6.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74184" y="627063"/>
            <a:ext cx="10860616" cy="838200"/>
          </a:xfrm>
          <a:prstGeom prst="rect">
            <a:avLst/>
          </a:prstGeom>
          <a:noFill/>
          <a:ln>
            <a:noFill/>
          </a:ln>
          <a:effectLst/>
        </p:spPr>
        <p:txBody>
          <a:bodyPr vert="horz" wrap="square" lIns="82124" tIns="41061" rIns="82124" bIns="41061" numCol="1" anchor="b" anchorCtr="0" compatLnSpc="1"/>
          <a:lstStyle/>
          <a:p>
            <a:pPr lvl="0"/>
            <a:r>
              <a:rPr lang="en-US" altLang="zh-CN"/>
              <a:t>Slide Title</a:t>
            </a:r>
            <a:endParaRPr lang="en-US" altLang="zh-CN"/>
          </a:p>
        </p:txBody>
      </p:sp>
      <p:sp>
        <p:nvSpPr>
          <p:cNvPr id="1027" name="Rectangle 5"/>
          <p:cNvSpPr>
            <a:spLocks noGrp="1" noChangeArrowheads="1"/>
          </p:cNvSpPr>
          <p:nvPr>
            <p:ph type="body" idx="1"/>
          </p:nvPr>
        </p:nvSpPr>
        <p:spPr bwMode="auto">
          <a:xfrm>
            <a:off x="874185" y="1900239"/>
            <a:ext cx="10587567" cy="3571875"/>
          </a:xfrm>
          <a:prstGeom prst="rect">
            <a:avLst/>
          </a:prstGeom>
          <a:noFill/>
          <a:ln>
            <a:noFill/>
          </a:ln>
          <a:effectLst/>
        </p:spPr>
        <p:txBody>
          <a:bodyPr vert="horz" wrap="square" lIns="82124" tIns="41061" rIns="82124" bIns="41061" numCol="1" anchor="t" anchorCtr="0" compatLnSpc="1"/>
          <a:lstStyle/>
          <a:p>
            <a:pPr lvl="0"/>
            <a:r>
              <a:rPr lang="en-US" altLang="zh-CN"/>
              <a:t>Body Text</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pic>
        <p:nvPicPr>
          <p:cNvPr id="1028" name="Picture 12"/>
          <p:cNvPicPr>
            <a:picLocks noChangeAspect="1" noChangeArrowheads="1"/>
          </p:cNvPicPr>
          <p:nvPr userDrawn="1"/>
        </p:nvPicPr>
        <p:blipFill>
          <a:blip r:embed="rId12">
            <a:extLst>
              <a:ext uri="{28A0092B-C50C-407E-A947-70E740481C1C}">
                <a14:useLocalDpi xmlns:a14="http://schemas.microsoft.com/office/drawing/2010/main" val="0"/>
              </a:ext>
            </a:extLst>
          </a:blip>
          <a:srcRect l="-12288" r="13667"/>
          <a:stretch>
            <a:fillRect/>
          </a:stretch>
        </p:blipFill>
        <p:spPr bwMode="auto">
          <a:xfrm>
            <a:off x="-1750483" y="3175"/>
            <a:ext cx="13942484" cy="318695"/>
          </a:xfrm>
          <a:prstGeom prst="rect">
            <a:avLst/>
          </a:prstGeom>
          <a:noFill/>
          <a:ln>
            <a:noFill/>
          </a:ln>
        </p:spPr>
      </p:pic>
      <p:sp>
        <p:nvSpPr>
          <p:cNvPr id="1029" name="Rectangle 4"/>
          <p:cNvSpPr>
            <a:spLocks noChangeArrowheads="1"/>
          </p:cNvSpPr>
          <p:nvPr userDrawn="1"/>
        </p:nvSpPr>
        <p:spPr bwMode="auto">
          <a:xfrm>
            <a:off x="11566372" y="6624363"/>
            <a:ext cx="322946" cy="236812"/>
          </a:xfrm>
          <a:prstGeom prst="rect">
            <a:avLst/>
          </a:prstGeom>
          <a:noFill/>
          <a:ln>
            <a:noFill/>
          </a:ln>
          <a:effectLst/>
        </p:spPr>
        <p:txBody>
          <a:bodyPr wrap="none" lIns="82124" tIns="41061" rIns="82124" bIns="41061" anchor="b">
            <a:spAutoFit/>
          </a:bodyPr>
          <a:lstStyle/>
          <a:p>
            <a:pPr algn="r" defTabSz="814070" eaLnBrk="0" hangingPunct="0"/>
            <a:fld id="{11F7D356-0E42-4BB0-882B-92488DE6C281}" type="slidenum">
              <a:rPr lang="zh-CN" altLang="en-US" sz="1000">
                <a:solidFill>
                  <a:srgbClr val="D3D3D3"/>
                </a:solidFill>
              </a:rPr>
            </a:fld>
            <a:endParaRPr lang="en-US" altLang="zh-CN" sz="1000">
              <a:solidFill>
                <a:srgbClr val="D3D3D3"/>
              </a:solidFill>
            </a:endParaRPr>
          </a:p>
        </p:txBody>
      </p:sp>
      <p:pic>
        <p:nvPicPr>
          <p:cNvPr id="1030" name="图片 12"/>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l="16261" t="24229" r="45792" b="33920"/>
          <a:stretch>
            <a:fillRect/>
          </a:stretch>
        </p:blipFill>
        <p:spPr bwMode="auto">
          <a:xfrm>
            <a:off x="855134" y="6624638"/>
            <a:ext cx="751417" cy="241300"/>
          </a:xfrm>
          <a:prstGeom prst="rect">
            <a:avLst/>
          </a:prstGeom>
          <a:noFill/>
          <a:ln>
            <a:noFill/>
          </a:ln>
        </p:spPr>
      </p:pic>
      <p:graphicFrame>
        <p:nvGraphicFramePr>
          <p:cNvPr id="1031" name="对象 13"/>
          <p:cNvGraphicFramePr>
            <a:graphicFrameLocks noChangeAspect="1"/>
          </p:cNvGraphicFramePr>
          <p:nvPr userDrawn="1"/>
        </p:nvGraphicFramePr>
        <p:xfrm>
          <a:off x="5327651" y="6664325"/>
          <a:ext cx="745067" cy="158750"/>
        </p:xfrm>
        <a:graphic>
          <a:graphicData uri="http://schemas.openxmlformats.org/presentationml/2006/ole">
            <mc:AlternateContent xmlns:mc="http://schemas.openxmlformats.org/markup-compatibility/2006">
              <mc:Choice xmlns:v="urn:schemas-microsoft-com:vml" Requires="v">
                <p:oleObj spid="_x0000_s1345" name="Photo Editor 照片" r:id="rId14" imgW="2057400" imgH="581025" progId="MSPhotoEd.3">
                  <p:embed/>
                </p:oleObj>
              </mc:Choice>
              <mc:Fallback>
                <p:oleObj name="Photo Editor 照片" r:id="rId14" imgW="2057400" imgH="581025" progId="MSPhotoEd.3">
                  <p:embed/>
                  <p:pic>
                    <p:nvPicPr>
                      <p:cNvPr id="0" name="对象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27651" y="6664325"/>
                        <a:ext cx="745067" cy="158750"/>
                      </a:xfrm>
                      <a:prstGeom prst="rect">
                        <a:avLst/>
                      </a:prstGeom>
                      <a:noFill/>
                      <a:ln>
                        <a:noFill/>
                      </a:ln>
                    </p:spPr>
                  </p:pic>
                </p:oleObj>
              </mc:Fallback>
            </mc:AlternateContent>
          </a:graphicData>
        </a:graphic>
      </p:graphicFrame>
      <p:sp>
        <p:nvSpPr>
          <p:cNvPr id="1032" name="Rectangle 49"/>
          <p:cNvSpPr>
            <a:spLocks noChangeArrowheads="1"/>
          </p:cNvSpPr>
          <p:nvPr userDrawn="1"/>
        </p:nvSpPr>
        <p:spPr bwMode="auto">
          <a:xfrm>
            <a:off x="6062134" y="6621188"/>
            <a:ext cx="3062479" cy="236812"/>
          </a:xfrm>
          <a:prstGeom prst="rect">
            <a:avLst/>
          </a:prstGeom>
          <a:noFill/>
          <a:ln>
            <a:noFill/>
          </a:ln>
          <a:effectLst/>
        </p:spPr>
        <p:txBody>
          <a:bodyPr wrap="none" lIns="82124" tIns="41061" rIns="82124" bIns="41061" anchor="b" anchorCtr="1">
            <a:spAutoFit/>
          </a:bodyPr>
          <a:lstStyle/>
          <a:p>
            <a:pPr defTabSz="814070" eaLnBrk="0" hangingPunct="0"/>
            <a:r>
              <a:rPr lang="en-US" altLang="zh-CN" sz="1000" b="1" dirty="0">
                <a:solidFill>
                  <a:srgbClr val="D3D3D3"/>
                </a:solidFill>
              </a:rPr>
              <a:t>© 2019 Wenzhou University, All rights reserved.</a:t>
            </a:r>
            <a:endParaRPr lang="en-US" altLang="zh-CN" sz="1000" b="1" dirty="0">
              <a:solidFill>
                <a:srgbClr val="D3D3D3"/>
              </a:solidFill>
            </a:endParaRPr>
          </a:p>
        </p:txBody>
      </p:sp>
      <p:sp>
        <p:nvSpPr>
          <p:cNvPr id="1033" name="Rectangle 50"/>
          <p:cNvSpPr>
            <a:spLocks noChangeArrowheads="1"/>
          </p:cNvSpPr>
          <p:nvPr userDrawn="1"/>
        </p:nvSpPr>
        <p:spPr bwMode="auto">
          <a:xfrm>
            <a:off x="1562101" y="6616700"/>
            <a:ext cx="3594100" cy="236538"/>
          </a:xfrm>
          <a:prstGeom prst="rect">
            <a:avLst/>
          </a:prstGeom>
          <a:noFill/>
          <a:ln>
            <a:noFill/>
          </a:ln>
          <a:effectLst/>
        </p:spPr>
        <p:txBody>
          <a:bodyPr lIns="82124" tIns="41061" rIns="82124" bIns="41061" anchor="b">
            <a:spAutoFit/>
          </a:bodyPr>
          <a:lstStyle/>
          <a:p>
            <a:pPr defTabSz="814070" eaLnBrk="0" hangingPunct="0"/>
            <a:r>
              <a:rPr lang="en-US" altLang="zh-CN" sz="1000" b="1">
                <a:solidFill>
                  <a:srgbClr val="D3D3D3"/>
                </a:solidFill>
              </a:rPr>
              <a:t>Routing and Switching</a:t>
            </a:r>
            <a:endParaRPr lang="en-US" altLang="zh-CN" sz="1000" b="1">
              <a:solidFill>
                <a:srgbClr val="D3D3D3"/>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814070"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070" rtl="0" eaLnBrk="0" fontAlgn="base" hangingPunct="0">
        <a:lnSpc>
          <a:spcPct val="90000"/>
        </a:lnSpc>
        <a:spcBef>
          <a:spcPct val="0"/>
        </a:spcBef>
        <a:spcAft>
          <a:spcPct val="0"/>
        </a:spcAft>
        <a:defRPr sz="3200" b="1">
          <a:solidFill>
            <a:srgbClr val="708CA1"/>
          </a:solidFill>
          <a:latin typeface="Arial" panose="020B0604020202090204" pitchFamily="34" charset="0"/>
        </a:defRPr>
      </a:lvl2pPr>
      <a:lvl3pPr algn="l" defTabSz="814070" rtl="0" eaLnBrk="0" fontAlgn="base" hangingPunct="0">
        <a:lnSpc>
          <a:spcPct val="90000"/>
        </a:lnSpc>
        <a:spcBef>
          <a:spcPct val="0"/>
        </a:spcBef>
        <a:spcAft>
          <a:spcPct val="0"/>
        </a:spcAft>
        <a:defRPr sz="3200" b="1">
          <a:solidFill>
            <a:srgbClr val="708CA1"/>
          </a:solidFill>
          <a:latin typeface="Arial" panose="020B0604020202090204" pitchFamily="34" charset="0"/>
        </a:defRPr>
      </a:lvl3pPr>
      <a:lvl4pPr algn="l" defTabSz="814070" rtl="0" eaLnBrk="0" fontAlgn="base" hangingPunct="0">
        <a:lnSpc>
          <a:spcPct val="90000"/>
        </a:lnSpc>
        <a:spcBef>
          <a:spcPct val="0"/>
        </a:spcBef>
        <a:spcAft>
          <a:spcPct val="0"/>
        </a:spcAft>
        <a:defRPr sz="3200" b="1">
          <a:solidFill>
            <a:srgbClr val="708CA1"/>
          </a:solidFill>
          <a:latin typeface="Arial" panose="020B0604020202090204" pitchFamily="34" charset="0"/>
        </a:defRPr>
      </a:lvl4pPr>
      <a:lvl5pPr algn="l" defTabSz="814070" rtl="0" eaLnBrk="0" fontAlgn="base" hangingPunct="0">
        <a:lnSpc>
          <a:spcPct val="90000"/>
        </a:lnSpc>
        <a:spcBef>
          <a:spcPct val="0"/>
        </a:spcBef>
        <a:spcAft>
          <a:spcPct val="0"/>
        </a:spcAft>
        <a:defRPr sz="3200" b="1">
          <a:solidFill>
            <a:srgbClr val="708CA1"/>
          </a:solidFill>
          <a:latin typeface="Arial" panose="020B0604020202090204" pitchFamily="34" charset="0"/>
        </a:defRPr>
      </a:lvl5pPr>
      <a:lvl6pPr marL="457200" algn="l" defTabSz="814070" rtl="0" fontAlgn="base">
        <a:lnSpc>
          <a:spcPct val="90000"/>
        </a:lnSpc>
        <a:spcBef>
          <a:spcPct val="0"/>
        </a:spcBef>
        <a:spcAft>
          <a:spcPct val="0"/>
        </a:spcAft>
        <a:defRPr sz="3200" b="1">
          <a:solidFill>
            <a:srgbClr val="708CA1"/>
          </a:solidFill>
          <a:latin typeface="Arial" panose="020B0604020202090204" pitchFamily="34" charset="0"/>
        </a:defRPr>
      </a:lvl6pPr>
      <a:lvl7pPr marL="914400" algn="l" defTabSz="814070" rtl="0" fontAlgn="base">
        <a:lnSpc>
          <a:spcPct val="90000"/>
        </a:lnSpc>
        <a:spcBef>
          <a:spcPct val="0"/>
        </a:spcBef>
        <a:spcAft>
          <a:spcPct val="0"/>
        </a:spcAft>
        <a:defRPr sz="3200" b="1">
          <a:solidFill>
            <a:srgbClr val="708CA1"/>
          </a:solidFill>
          <a:latin typeface="Arial" panose="020B0604020202090204" pitchFamily="34" charset="0"/>
        </a:defRPr>
      </a:lvl7pPr>
      <a:lvl8pPr marL="1371600" algn="l" defTabSz="814070" rtl="0" fontAlgn="base">
        <a:lnSpc>
          <a:spcPct val="90000"/>
        </a:lnSpc>
        <a:spcBef>
          <a:spcPct val="0"/>
        </a:spcBef>
        <a:spcAft>
          <a:spcPct val="0"/>
        </a:spcAft>
        <a:defRPr sz="3200" b="1">
          <a:solidFill>
            <a:srgbClr val="708CA1"/>
          </a:solidFill>
          <a:latin typeface="Arial" panose="020B0604020202090204" pitchFamily="34" charset="0"/>
        </a:defRPr>
      </a:lvl8pPr>
      <a:lvl9pPr marL="1828800" algn="l" defTabSz="814070" rtl="0" fontAlgn="base">
        <a:lnSpc>
          <a:spcPct val="90000"/>
        </a:lnSpc>
        <a:spcBef>
          <a:spcPct val="0"/>
        </a:spcBef>
        <a:spcAft>
          <a:spcPct val="0"/>
        </a:spcAft>
        <a:defRPr sz="3200" b="1">
          <a:solidFill>
            <a:srgbClr val="708CA1"/>
          </a:solidFill>
          <a:latin typeface="Arial" panose="020B0604020202090204" pitchFamily="34" charset="0"/>
        </a:defRPr>
      </a:lvl9pPr>
    </p:titleStyle>
    <p:bodyStyle>
      <a:lvl1pPr marL="236855" indent="-236855" algn="l" defTabSz="814070"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070"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070"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070" rtl="0" eaLnBrk="0" fontAlgn="base" hangingPunct="0">
        <a:lnSpc>
          <a:spcPct val="95000"/>
        </a:lnSpc>
        <a:spcBef>
          <a:spcPct val="35000"/>
        </a:spcBef>
        <a:spcAft>
          <a:spcPct val="0"/>
        </a:spcAft>
        <a:buClr>
          <a:srgbClr val="708CA1"/>
        </a:buClr>
        <a:defRPr sz="2000">
          <a:solidFill>
            <a:schemeClr val="tx1"/>
          </a:solidFill>
          <a:latin typeface="+mn-lt"/>
        </a:defRPr>
      </a:lvl4pPr>
      <a:lvl5pPr marL="1605280" indent="224155" algn="l" defTabSz="814070" rtl="0" eaLnBrk="0" fontAlgn="base" hangingPunct="0">
        <a:lnSpc>
          <a:spcPct val="95000"/>
        </a:lnSpc>
        <a:spcBef>
          <a:spcPct val="35000"/>
        </a:spcBef>
        <a:spcAft>
          <a:spcPct val="0"/>
        </a:spcAft>
        <a:buClr>
          <a:srgbClr val="708CA1"/>
        </a:buClr>
        <a:defRPr sz="2000">
          <a:solidFill>
            <a:schemeClr val="tx1"/>
          </a:solidFill>
          <a:latin typeface="+mn-lt"/>
        </a:defRPr>
      </a:lvl5pPr>
      <a:lvl6pPr marL="2062480" algn="l" defTabSz="814070" rtl="0" fontAlgn="base">
        <a:lnSpc>
          <a:spcPct val="95000"/>
        </a:lnSpc>
        <a:spcBef>
          <a:spcPct val="35000"/>
        </a:spcBef>
        <a:spcAft>
          <a:spcPct val="0"/>
        </a:spcAft>
        <a:buClr>
          <a:srgbClr val="708CA1"/>
        </a:buClr>
        <a:defRPr sz="2000">
          <a:solidFill>
            <a:schemeClr val="tx1"/>
          </a:solidFill>
          <a:latin typeface="+mn-lt"/>
        </a:defRPr>
      </a:lvl6pPr>
      <a:lvl7pPr marL="2519680" algn="l" defTabSz="814070" rtl="0" fontAlgn="base">
        <a:lnSpc>
          <a:spcPct val="95000"/>
        </a:lnSpc>
        <a:spcBef>
          <a:spcPct val="35000"/>
        </a:spcBef>
        <a:spcAft>
          <a:spcPct val="0"/>
        </a:spcAft>
        <a:buClr>
          <a:srgbClr val="708CA1"/>
        </a:buClr>
        <a:defRPr sz="2000">
          <a:solidFill>
            <a:schemeClr val="tx1"/>
          </a:solidFill>
          <a:latin typeface="+mn-lt"/>
        </a:defRPr>
      </a:lvl7pPr>
      <a:lvl8pPr marL="2976880" algn="l" defTabSz="814070" rtl="0" fontAlgn="base">
        <a:lnSpc>
          <a:spcPct val="95000"/>
        </a:lnSpc>
        <a:spcBef>
          <a:spcPct val="35000"/>
        </a:spcBef>
        <a:spcAft>
          <a:spcPct val="0"/>
        </a:spcAft>
        <a:buClr>
          <a:srgbClr val="708CA1"/>
        </a:buClr>
        <a:defRPr sz="2000">
          <a:solidFill>
            <a:schemeClr val="tx1"/>
          </a:solidFill>
          <a:latin typeface="+mn-lt"/>
        </a:defRPr>
      </a:lvl8pPr>
      <a:lvl9pPr marL="3434080" algn="l" defTabSz="814070" rtl="0" fontAlgn="base">
        <a:lnSpc>
          <a:spcPct val="95000"/>
        </a:lnSpc>
        <a:spcBef>
          <a:spcPct val="35000"/>
        </a:spcBef>
        <a:spcAft>
          <a:spcPct val="0"/>
        </a:spcAft>
        <a:buClr>
          <a:srgbClr val="708CA1"/>
        </a:buCl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7.png"/><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png"/><Relationship Id="rId3" Type="http://schemas.openxmlformats.org/officeDocument/2006/relationships/image" Target="../media/image12.jpeg"/><Relationship Id="rId2" Type="http://schemas.openxmlformats.org/officeDocument/2006/relationships/image" Target="../media/image11.jpeg"/><Relationship Id="rId10" Type="http://schemas.openxmlformats.org/officeDocument/2006/relationships/notesSlide" Target="../notesSlides/notesSlide5.xml"/><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hyperlink" Target="https://davidpapkin.net/interface-and-line-numbers-in-cisco-routers/"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8786" name="Rectangle 2"/>
          <p:cNvSpPr>
            <a:spLocks noGrp="1" noChangeArrowheads="1"/>
          </p:cNvSpPr>
          <p:nvPr>
            <p:ph type="subTitle" idx="1"/>
          </p:nvPr>
        </p:nvSpPr>
        <p:spPr>
          <a:xfrm>
            <a:off x="1422060" y="4532994"/>
            <a:ext cx="9347880" cy="611675"/>
          </a:xfrm>
        </p:spPr>
        <p:txBody>
          <a:bodyPr/>
          <a:lstStyle/>
          <a:p>
            <a:pPr eaLnBrk="1" hangingPunct="1">
              <a:buClr>
                <a:schemeClr val="tx2"/>
              </a:buClr>
            </a:pPr>
            <a:r>
              <a:rPr lang="en-US" altLang="zh-CN" sz="3600" dirty="0">
                <a:ea typeface="宋体" charset="-122"/>
              </a:rPr>
              <a:t>Jun Liu, </a:t>
            </a:r>
            <a:r>
              <a:rPr lang="en-US" altLang="zh-CN" sz="3600" dirty="0" err="1">
                <a:ea typeface="宋体" charset="-122"/>
              </a:rPr>
              <a:t>junliu@wzu.edu.cn</a:t>
            </a:r>
            <a:r>
              <a:rPr lang="en-US" altLang="zh-CN" sz="3600" dirty="0">
                <a:ea typeface="宋体" charset="-122"/>
              </a:rPr>
              <a:t>, 13655776284</a:t>
            </a:r>
            <a:endParaRPr lang="en-US" altLang="zh-CN" sz="3600" dirty="0">
              <a:ea typeface="宋体" charset="-122"/>
            </a:endParaRPr>
          </a:p>
        </p:txBody>
      </p:sp>
      <p:sp>
        <p:nvSpPr>
          <p:cNvPr id="1398787" name="Rectangle 3"/>
          <p:cNvSpPr>
            <a:spLocks noGrp="1" noChangeArrowheads="1"/>
          </p:cNvSpPr>
          <p:nvPr>
            <p:ph type="ctrTitle"/>
          </p:nvPr>
        </p:nvSpPr>
        <p:spPr>
          <a:xfrm>
            <a:off x="0" y="2671763"/>
            <a:ext cx="6096000" cy="830262"/>
          </a:xfrm>
        </p:spPr>
        <p:txBody>
          <a:bodyPr/>
          <a:lstStyle/>
          <a:p>
            <a:pPr algn="ctr" eaLnBrk="1" hangingPunct="1"/>
            <a:r>
              <a:rPr lang="en-US" altLang="zh-CN" sz="4400" b="1" dirty="0">
                <a:ea typeface="宋体" charset="-122"/>
              </a:rPr>
              <a:t>Routing &amp; Switching</a:t>
            </a:r>
            <a:endParaRPr lang="zh-CN" altLang="en-US" sz="4400" b="1" dirty="0">
              <a:ea typeface="宋体"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ctrTitle" sz="quarter"/>
          </p:nvPr>
        </p:nvSpPr>
        <p:spPr>
          <a:xfrm>
            <a:off x="0" y="2676526"/>
            <a:ext cx="6102485" cy="830263"/>
          </a:xfrm>
          <a:noFill/>
          <a:ln>
            <a:noFill/>
          </a:ln>
          <a:effectLst/>
        </p:spPr>
        <p:txBody>
          <a:bodyPr vert="horz" wrap="square" lIns="82124" tIns="41061" rIns="82124" bIns="41061" numCol="1" anchor="ctr" anchorCtr="0" compatLnSpc="1"/>
          <a:lstStyle/>
          <a:p>
            <a:pPr algn="ctr" eaLnBrk="1" hangingPunct="1"/>
            <a:r>
              <a:rPr lang="zh-CN" altLang="en-US" sz="3200" b="1" dirty="0">
                <a:latin typeface="SimHei" panose="02010609060101010101" pitchFamily="49" charset="-122"/>
                <a:ea typeface="SimHei" panose="02010609060101010101" pitchFamily="49" charset="-122"/>
              </a:rPr>
              <a:t>实验一　路由器的基本配置</a:t>
            </a:r>
            <a:endParaRPr lang="zh-CN" altLang="en-US" sz="3200" b="1" dirty="0">
              <a:latin typeface="SimHei" panose="02010609060101010101" pitchFamily="49" charset="-122"/>
              <a:ea typeface="SimHei"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20000" y="360000"/>
            <a:ext cx="10753200" cy="838199"/>
          </a:xfrm>
        </p:spPr>
        <p:txBody>
          <a:bodyPr/>
          <a:lstStyle/>
          <a:p>
            <a:pPr eaLnBrk="1" hangingPunct="1">
              <a:defRPr/>
            </a:pPr>
            <a:r>
              <a:rPr lang="zh-CN" altLang="en-US" sz="3600" dirty="0">
                <a:latin typeface="黑体" panose="02010609060101010101" pitchFamily="49" charset="-122"/>
                <a:ea typeface="黑体" panose="02010609060101010101" pitchFamily="49" charset="-122"/>
              </a:rPr>
              <a:t>实验目的 </a:t>
            </a:r>
            <a:endParaRPr lang="zh-CN" altLang="en-US" sz="3600" dirty="0">
              <a:latin typeface="黑体" panose="02010609060101010101" pitchFamily="49" charset="-122"/>
              <a:ea typeface="黑体" panose="02010609060101010101" pitchFamily="49" charset="-122"/>
            </a:endParaRPr>
          </a:p>
        </p:txBody>
      </p:sp>
      <p:sp>
        <p:nvSpPr>
          <p:cNvPr id="7171" name="Rectangle 3"/>
          <p:cNvSpPr>
            <a:spLocks noGrp="1" noChangeArrowheads="1"/>
          </p:cNvSpPr>
          <p:nvPr>
            <p:ph type="body" idx="1"/>
          </p:nvPr>
        </p:nvSpPr>
        <p:spPr>
          <a:xfrm>
            <a:off x="720000" y="1612799"/>
            <a:ext cx="10753200" cy="4867513"/>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了解路由器的功能与作用</a:t>
            </a:r>
            <a:endParaRPr lang="zh-CN" altLang="en-US" dirty="0">
              <a:latin typeface="FangSong" panose="02010609060101010101" pitchFamily="49" charset="-122"/>
              <a:ea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了解路由器物理接口的类型与功能</a:t>
            </a:r>
            <a:endParaRPr lang="zh-CN" altLang="en-US" dirty="0">
              <a:latin typeface="FangSong" panose="02010609060101010101" pitchFamily="49" charset="-122"/>
              <a:ea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掌握路由器初始化配置的连接方式</a:t>
            </a:r>
            <a:endParaRPr lang="zh-CN" altLang="en-US" dirty="0">
              <a:latin typeface="FangSong" panose="02010609060101010101" pitchFamily="49" charset="-122"/>
              <a:ea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了解路由器的开机启动过程</a:t>
            </a:r>
            <a:endParaRPr lang="zh-CN" altLang="en-US" dirty="0">
              <a:latin typeface="FangSong" panose="02010609060101010101" pitchFamily="49" charset="-122"/>
              <a:ea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掌握路由器用户命令界面的使用</a:t>
            </a:r>
            <a:endParaRPr lang="en-US" altLang="zh-CN" dirty="0">
              <a:latin typeface="FangSong" panose="02010609060101010101" pitchFamily="49" charset="-122"/>
              <a:ea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理解路由器不同的工作模式及其作用，并掌握各种模式间的转换</a:t>
            </a:r>
            <a:endParaRPr lang="zh-CN" altLang="en-US" dirty="0">
              <a:latin typeface="FangSong" panose="02010609060101010101" pitchFamily="49" charset="-122"/>
              <a:ea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掌握路由器状态检查命令“</a:t>
            </a:r>
            <a:r>
              <a:rPr lang="en-US" altLang="zh-CN" dirty="0">
                <a:latin typeface="FangSong" panose="02010609060101010101" pitchFamily="49" charset="-122"/>
                <a:ea typeface="FangSong" panose="02010609060101010101" pitchFamily="49" charset="-122"/>
              </a:rPr>
              <a:t>show</a:t>
            </a:r>
            <a:r>
              <a:rPr lang="zh-CN" altLang="en-US" dirty="0">
                <a:latin typeface="FangSong" panose="02010609060101010101" pitchFamily="49" charset="-122"/>
                <a:ea typeface="FangSong" panose="02010609060101010101" pitchFamily="49" charset="-122"/>
              </a:rPr>
              <a:t>”的使用</a:t>
            </a:r>
            <a:endParaRPr lang="zh-CN" altLang="en-US" dirty="0">
              <a:latin typeface="FangSong" panose="02010609060101010101" pitchFamily="49" charset="-122"/>
              <a:ea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掌握路由器各种密码的配置</a:t>
            </a:r>
            <a:endParaRPr lang="zh-CN" altLang="en-US" dirty="0">
              <a:latin typeface="FangSong" panose="02010609060101010101" pitchFamily="49" charset="-122"/>
              <a:ea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掌握路由器接口的配置</a:t>
            </a:r>
            <a:endParaRPr lang="zh-CN" altLang="en-US" dirty="0">
              <a:latin typeface="FangSong" panose="02010609060101010101" pitchFamily="49" charset="-122"/>
              <a:ea typeface="FangSong" panose="02010609060101010101" pitchFamily="49" charset="-122"/>
            </a:endParaRPr>
          </a:p>
          <a:p>
            <a:pPr>
              <a:buFont typeface="Wingdings" panose="05000000000000000000" pitchFamily="2" charset="2"/>
              <a:buNone/>
              <a:defRPr/>
            </a:pPr>
            <a:endParaRPr lang="zh-CN" altLang="en-US" dirty="0">
              <a:latin typeface="FangSong" panose="02010609060101010101" pitchFamily="49" charset="-122"/>
              <a:ea typeface="FangSong" panose="02010609060101010101" pitchFamily="49" charset="-122"/>
              <a:cs typeface="FangSong"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ctrTitle"/>
          </p:nvPr>
        </p:nvSpPr>
        <p:spPr>
          <a:xfrm>
            <a:off x="0" y="2676526"/>
            <a:ext cx="6083300" cy="830263"/>
          </a:xfrm>
        </p:spPr>
        <p:txBody>
          <a:bodyPr/>
          <a:lstStyle/>
          <a:p>
            <a:pPr algn="ctr" eaLnBrk="1" hangingPunct="1"/>
            <a:r>
              <a:rPr lang="zh-CN" altLang="en-US" sz="2800" dirty="0">
                <a:latin typeface="黑体" panose="02010609060101010101" pitchFamily="49" charset="-122"/>
                <a:ea typeface="黑体" panose="02010609060101010101" pitchFamily="49" charset="-122"/>
              </a:rPr>
              <a:t>一、背景知识 </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720000" y="360000"/>
            <a:ext cx="10753200" cy="838200"/>
          </a:xfrm>
        </p:spPr>
        <p:txBody>
          <a:bodyPr/>
          <a:lstStyle/>
          <a:p>
            <a:pPr>
              <a:defRPr/>
            </a:pPr>
            <a:r>
              <a:rPr lang="en-US" altLang="zh-CN" sz="3600" dirty="0">
                <a:latin typeface="黑体" panose="02010609060101010101" pitchFamily="49" charset="-122"/>
                <a:ea typeface="黑体" panose="02010609060101010101" pitchFamily="49" charset="-122"/>
              </a:rPr>
              <a:t>1. </a:t>
            </a:r>
            <a:r>
              <a:rPr lang="zh-CN" altLang="en-US" sz="3600" dirty="0">
                <a:latin typeface="黑体" panose="02010609060101010101" pitchFamily="49" charset="-122"/>
                <a:ea typeface="黑体" panose="02010609060101010101" pitchFamily="49" charset="-122"/>
              </a:rPr>
              <a:t>带外访问</a:t>
            </a:r>
            <a:endParaRPr lang="zh-CN" altLang="en-US" sz="3600" dirty="0">
              <a:latin typeface="黑体" panose="02010609060101010101" pitchFamily="49" charset="-122"/>
              <a:ea typeface="黑体" panose="02010609060101010101" pitchFamily="49" charset="-122"/>
            </a:endParaRPr>
          </a:p>
        </p:txBody>
      </p:sp>
      <p:sp>
        <p:nvSpPr>
          <p:cNvPr id="12291" name="内容占位符 2"/>
          <p:cNvSpPr>
            <a:spLocks noGrp="1"/>
          </p:cNvSpPr>
          <p:nvPr>
            <p:ph idx="1"/>
          </p:nvPr>
        </p:nvSpPr>
        <p:spPr>
          <a:xfrm>
            <a:off x="720000" y="1612800"/>
            <a:ext cx="10753200" cy="35718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连接方式：</a:t>
            </a:r>
            <a:endParaRPr lang="en-US" altLang="zh-CN" dirty="0">
              <a:latin typeface="FangSong" panose="02010609060101010101" pitchFamily="49" charset="-122"/>
              <a:ea typeface="FangSong" panose="02010609060101010101" pitchFamily="49" charset="-122"/>
            </a:endParaRPr>
          </a:p>
          <a:p>
            <a:pPr marL="914400" lvl="1" indent="-457200">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rPr>
              <a:t>COM# on PC  </a:t>
            </a:r>
            <a:r>
              <a:rPr lang="en-US" altLang="zh-CN" dirty="0">
                <a:latin typeface="KaiTi" panose="02010609060101010101" pitchFamily="49" charset="-122"/>
                <a:ea typeface="KaiTi" panose="02010609060101010101" pitchFamily="49" charset="-122"/>
                <a:cs typeface="FangSong" panose="02010609060101010101" pitchFamily="49" charset="-122"/>
                <a:sym typeface="Wingdings" panose="05000000000000000000" pitchFamily="2" charset="2"/>
              </a:rPr>
              <a:t> Console on Router</a:t>
            </a:r>
            <a:endParaRPr lang="en-US" altLang="zh-CN" dirty="0">
              <a:latin typeface="KaiTi" panose="02010609060101010101" pitchFamily="49" charset="-122"/>
              <a:ea typeface="KaiTi" panose="02010609060101010101" pitchFamily="49" charset="-122"/>
              <a:cs typeface="FangSong" panose="02010609060101010101" pitchFamily="49" charset="-122"/>
              <a:sym typeface="Wingdings" panose="05000000000000000000" pitchFamily="2" charset="2"/>
            </a:endParaRPr>
          </a:p>
          <a:p>
            <a:pPr marL="914400" lvl="1" indent="-457200">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sym typeface="Wingdings" panose="05000000000000000000" pitchFamily="2" charset="2"/>
              </a:rPr>
              <a:t>RS-232  RJ-45</a:t>
            </a:r>
            <a:endParaRPr lang="en-US" altLang="zh-CN" dirty="0">
              <a:latin typeface="KaiTi" panose="02010609060101010101" pitchFamily="49" charset="-122"/>
              <a:ea typeface="KaiTi" panose="02010609060101010101" pitchFamily="49" charset="-122"/>
              <a:cs typeface="FangSong" panose="02010609060101010101" pitchFamily="49" charset="-122"/>
            </a:endParaRPr>
          </a:p>
          <a:p>
            <a:pPr marL="914400" lvl="1" indent="-457200">
              <a:buFontTx/>
              <a:buAutoNum type="arabicPeriod"/>
              <a:defRPr/>
            </a:pPr>
            <a:r>
              <a:rPr lang="zh-CN" altLang="en-US" dirty="0">
                <a:latin typeface="KaiTi" panose="02010609060101010101" pitchFamily="49" charset="-122"/>
                <a:ea typeface="KaiTi" panose="02010609060101010101" pitchFamily="49" charset="-122"/>
                <a:cs typeface="FangSong" panose="02010609060101010101" pitchFamily="49" charset="-122"/>
              </a:rPr>
              <a:t>背对背线缆</a:t>
            </a:r>
            <a:r>
              <a:rPr lang="en-US" altLang="zh-CN" dirty="0">
                <a:latin typeface="KaiTi" panose="02010609060101010101" pitchFamily="49" charset="-122"/>
                <a:ea typeface="KaiTi" panose="02010609060101010101" pitchFamily="49" charset="-122"/>
                <a:cs typeface="FangSong" panose="02010609060101010101" pitchFamily="49" charset="-122"/>
              </a:rPr>
              <a:t>(</a:t>
            </a:r>
            <a:r>
              <a:rPr lang="zh-CN" altLang="en-US" dirty="0">
                <a:latin typeface="KaiTi" panose="02010609060101010101" pitchFamily="49" charset="-122"/>
                <a:ea typeface="KaiTi" panose="02010609060101010101" pitchFamily="49" charset="-122"/>
                <a:cs typeface="FangSong" panose="02010609060101010101" pitchFamily="49" charset="-122"/>
              </a:rPr>
              <a:t>反转</a:t>
            </a:r>
            <a:r>
              <a:rPr lang="en-US" altLang="zh-CN" dirty="0">
                <a:latin typeface="KaiTi" panose="02010609060101010101" pitchFamily="49" charset="-122"/>
                <a:ea typeface="KaiTi" panose="02010609060101010101" pitchFamily="49" charset="-122"/>
                <a:cs typeface="FangSong" panose="02010609060101010101" pitchFamily="49" charset="-122"/>
              </a:rPr>
              <a:t>) + USB</a:t>
            </a:r>
            <a:r>
              <a:rPr lang="zh-CN" altLang="en-US" dirty="0">
                <a:latin typeface="KaiTi" panose="02010609060101010101" pitchFamily="49" charset="-122"/>
                <a:ea typeface="KaiTi" panose="02010609060101010101" pitchFamily="49" charset="-122"/>
                <a:cs typeface="FangSong" panose="02010609060101010101" pitchFamily="49" charset="-122"/>
              </a:rPr>
              <a:t>串口</a:t>
            </a:r>
            <a:r>
              <a:rPr lang="en-US" altLang="zh-CN" dirty="0">
                <a:latin typeface="KaiTi" panose="02010609060101010101" pitchFamily="49" charset="-122"/>
                <a:ea typeface="KaiTi" panose="02010609060101010101" pitchFamily="49" charset="-122"/>
                <a:cs typeface="FangSong" panose="02010609060101010101" pitchFamily="49" charset="-122"/>
              </a:rPr>
              <a:t>(</a:t>
            </a:r>
            <a:r>
              <a:rPr lang="zh-CN" altLang="en-US" dirty="0">
                <a:latin typeface="KaiTi" panose="02010609060101010101" pitchFamily="49" charset="-122"/>
                <a:ea typeface="KaiTi" panose="02010609060101010101" pitchFamily="49" charset="-122"/>
                <a:cs typeface="FangSong" panose="02010609060101010101" pitchFamily="49" charset="-122"/>
              </a:rPr>
              <a:t>可选</a:t>
            </a:r>
            <a:r>
              <a:rPr lang="en-US" altLang="zh-CN" dirty="0">
                <a:latin typeface="KaiTi" panose="02010609060101010101" pitchFamily="49" charset="-122"/>
                <a:ea typeface="KaiTi" panose="02010609060101010101" pitchFamily="49" charset="-122"/>
                <a:cs typeface="FangSong" panose="02010609060101010101" pitchFamily="49" charset="-122"/>
              </a:rPr>
              <a:t>)</a:t>
            </a:r>
            <a:endParaRPr lang="en-US" altLang="zh-CN" dirty="0">
              <a:latin typeface="KaiTi" panose="02010609060101010101" pitchFamily="49" charset="-122"/>
              <a:ea typeface="KaiTi" panose="02010609060101010101" pitchFamily="49" charset="-122"/>
              <a:cs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终端软件：</a:t>
            </a:r>
            <a:endParaRPr lang="en-US" altLang="zh-CN" dirty="0">
              <a:latin typeface="FangSong" panose="02010609060101010101" pitchFamily="49" charset="-122"/>
              <a:ea typeface="FangSong" panose="02010609060101010101" pitchFamily="49" charset="-122"/>
            </a:endParaRPr>
          </a:p>
          <a:p>
            <a:pPr marL="914400" lvl="1" indent="-457200">
              <a:buFont typeface="Wingdings" panose="05000000000000000000" pitchFamily="2" charset="2"/>
              <a:buChar char="ü"/>
              <a:defRPr/>
            </a:pPr>
            <a:r>
              <a:rPr lang="zh-CN" altLang="en-US" dirty="0">
                <a:latin typeface="KaiTi" panose="02010609060101010101" pitchFamily="49" charset="-122"/>
                <a:ea typeface="KaiTi" panose="02010609060101010101" pitchFamily="49" charset="-122"/>
                <a:cs typeface="FangSong" panose="02010609060101010101" pitchFamily="49" charset="-122"/>
              </a:rPr>
              <a:t>超级终端</a:t>
            </a:r>
            <a:r>
              <a:rPr lang="en-US" altLang="zh-CN" dirty="0">
                <a:latin typeface="KaiTi" panose="02010609060101010101" pitchFamily="49" charset="-122"/>
                <a:ea typeface="KaiTi" panose="02010609060101010101" pitchFamily="49" charset="-122"/>
                <a:cs typeface="FangSong" panose="02010609060101010101" pitchFamily="49" charset="-122"/>
              </a:rPr>
              <a:t> or </a:t>
            </a:r>
            <a:r>
              <a:rPr lang="en-US" altLang="zh-CN" dirty="0" err="1">
                <a:latin typeface="KaiTi" panose="02010609060101010101" pitchFamily="49" charset="-122"/>
                <a:ea typeface="KaiTi" panose="02010609060101010101" pitchFamily="49" charset="-122"/>
                <a:cs typeface="FangSong" panose="02010609060101010101" pitchFamily="49" charset="-122"/>
              </a:rPr>
              <a:t>SecureCRT</a:t>
            </a:r>
            <a:r>
              <a:rPr lang="en-US" altLang="zh-CN" dirty="0">
                <a:latin typeface="KaiTi" panose="02010609060101010101" pitchFamily="49" charset="-122"/>
                <a:ea typeface="KaiTi" panose="02010609060101010101" pitchFamily="49" charset="-122"/>
                <a:cs typeface="FangSong" panose="02010609060101010101" pitchFamily="49" charset="-122"/>
              </a:rPr>
              <a:t> or Putty</a:t>
            </a:r>
            <a:endParaRPr lang="en-US" altLang="zh-CN" dirty="0">
              <a:latin typeface="KaiTi" panose="02010609060101010101" pitchFamily="49" charset="-122"/>
              <a:ea typeface="KaiTi" panose="02010609060101010101" pitchFamily="49" charset="-122"/>
              <a:cs typeface="FangSong" panose="02010609060101010101" pitchFamily="49" charset="-122"/>
            </a:endParaRPr>
          </a:p>
          <a:p>
            <a:pPr marL="914400" lvl="1" indent="-457200">
              <a:buFont typeface="Wingdings" panose="05000000000000000000" pitchFamily="2" charset="2"/>
              <a:buChar char="ü"/>
              <a:defRPr/>
            </a:pPr>
            <a:r>
              <a:rPr lang="zh-CN" altLang="en-US" dirty="0">
                <a:latin typeface="KaiTi" panose="02010609060101010101" pitchFamily="49" charset="-122"/>
                <a:ea typeface="KaiTi" panose="02010609060101010101" pitchFamily="49" charset="-122"/>
                <a:cs typeface="FangSong" panose="02010609060101010101" pitchFamily="49" charset="-122"/>
              </a:rPr>
              <a:t>默认设置</a:t>
            </a:r>
            <a:r>
              <a:rPr lang="en-US" altLang="zh-CN" dirty="0">
                <a:latin typeface="KaiTi" panose="02010609060101010101" pitchFamily="49" charset="-122"/>
                <a:ea typeface="KaiTi" panose="02010609060101010101" pitchFamily="49" charset="-122"/>
                <a:cs typeface="FangSong" panose="02010609060101010101" pitchFamily="49" charset="-122"/>
              </a:rPr>
              <a:t>(9600bps)</a:t>
            </a:r>
            <a:endParaRPr lang="en-US" altLang="zh-CN" dirty="0">
              <a:latin typeface="KaiTi" panose="02010609060101010101" pitchFamily="49" charset="-122"/>
              <a:ea typeface="KaiTi" panose="02010609060101010101" pitchFamily="49" charset="-122"/>
              <a:cs typeface="FangSong" panose="02010609060101010101" pitchFamily="49" charset="-122"/>
            </a:endParaRPr>
          </a:p>
        </p:txBody>
      </p:sp>
      <p:pic>
        <p:nvPicPr>
          <p:cNvPr id="2" name="Picture 2" descr="控制线 的图像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64937" y="1198200"/>
            <a:ext cx="2608263"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4" descr="usb rs232 的图像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7713" y="3195275"/>
            <a:ext cx="3265487"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49603" y="4783300"/>
            <a:ext cx="4065588"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20000" y="360000"/>
            <a:ext cx="10753200" cy="838200"/>
          </a:xfrm>
        </p:spPr>
        <p:txBody>
          <a:bodyPr/>
          <a:lstStyle/>
          <a:p>
            <a:pPr eaLnBrk="1" hangingPunct="1">
              <a:defRPr/>
            </a:pPr>
            <a:r>
              <a:rPr lang="en-US" altLang="zh-CN" sz="3600" dirty="0">
                <a:latin typeface="黑体" panose="02010609060101010101" pitchFamily="49" charset="-122"/>
                <a:ea typeface="黑体" panose="02010609060101010101" pitchFamily="49" charset="-122"/>
              </a:rPr>
              <a:t>2. </a:t>
            </a:r>
            <a:r>
              <a:rPr lang="zh-CN" altLang="en-US" sz="3600" dirty="0">
                <a:latin typeface="黑体" panose="02010609060101010101" pitchFamily="49" charset="-122"/>
                <a:ea typeface="黑体" panose="02010609060101010101" pitchFamily="49" charset="-122"/>
              </a:rPr>
              <a:t>网络接口类型与线缆 </a:t>
            </a:r>
            <a:endParaRPr lang="en-US" altLang="zh-CN" sz="3600" dirty="0">
              <a:latin typeface="黑体" panose="02010609060101010101" pitchFamily="49" charset="-122"/>
              <a:ea typeface="黑体" panose="02010609060101010101" pitchFamily="49" charset="-122"/>
            </a:endParaRPr>
          </a:p>
        </p:txBody>
      </p:sp>
      <p:sp>
        <p:nvSpPr>
          <p:cNvPr id="2" name="Rectangle 6"/>
          <p:cNvSpPr>
            <a:spLocks noChangeArrowheads="1"/>
          </p:cNvSpPr>
          <p:nvPr/>
        </p:nvSpPr>
        <p:spPr bwMode="auto">
          <a:xfrm>
            <a:off x="6003635" y="24537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sp>
        <p:nvSpPr>
          <p:cNvPr id="13316" name="Rectangle 8"/>
          <p:cNvSpPr>
            <a:spLocks noGrp="1" noChangeArrowheads="1"/>
          </p:cNvSpPr>
          <p:nvPr>
            <p:ph type="body" idx="1"/>
          </p:nvPr>
        </p:nvSpPr>
        <p:spPr>
          <a:xfrm>
            <a:off x="720000" y="1612800"/>
            <a:ext cx="10753200" cy="35718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局域网</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ü"/>
              <a:defRPr/>
            </a:pPr>
            <a:r>
              <a:rPr lang="zh-CN" altLang="en-US" kern="1200" dirty="0">
                <a:latin typeface="KaiTi" panose="02010609060101010101" pitchFamily="49" charset="-122"/>
                <a:ea typeface="KaiTi" panose="02010609060101010101" pitchFamily="49" charset="-122"/>
                <a:cs typeface="Arial" panose="020B0604020202090204" pitchFamily="34" charset="0"/>
              </a:rPr>
              <a:t>接口：</a:t>
            </a:r>
            <a:r>
              <a:rPr lang="en-US" altLang="zh-CN" kern="1200" dirty="0">
                <a:latin typeface="KaiTi" panose="02010609060101010101" pitchFamily="49" charset="-122"/>
                <a:ea typeface="KaiTi" panose="02010609060101010101" pitchFamily="49" charset="-122"/>
                <a:cs typeface="Arial" panose="020B0604020202090204" pitchFamily="34" charset="0"/>
              </a:rPr>
              <a:t>RJ-45(</a:t>
            </a:r>
            <a:r>
              <a:rPr lang="zh-CN" altLang="en-US" kern="1200" dirty="0">
                <a:latin typeface="KaiTi" panose="02010609060101010101" pitchFamily="49" charset="-122"/>
                <a:ea typeface="KaiTi" panose="02010609060101010101" pitchFamily="49" charset="-122"/>
                <a:cs typeface="Arial" panose="020B0604020202090204" pitchFamily="34" charset="0"/>
              </a:rPr>
              <a:t>固定</a:t>
            </a:r>
            <a:r>
              <a:rPr lang="en-US" altLang="zh-CN" kern="1200" dirty="0">
                <a:latin typeface="KaiTi" panose="02010609060101010101" pitchFamily="49" charset="-122"/>
                <a:ea typeface="KaiTi" panose="02010609060101010101" pitchFamily="49" charset="-122"/>
                <a:cs typeface="Arial" panose="020B0604020202090204" pitchFamily="34" charset="0"/>
              </a:rPr>
              <a:t>2</a:t>
            </a:r>
            <a:r>
              <a:rPr lang="zh-CN" altLang="en-US" kern="1200" dirty="0">
                <a:latin typeface="KaiTi" panose="02010609060101010101" pitchFamily="49" charset="-122"/>
                <a:ea typeface="KaiTi" panose="02010609060101010101" pitchFamily="49" charset="-122"/>
                <a:cs typeface="Arial" panose="020B0604020202090204" pitchFamily="34" charset="0"/>
              </a:rPr>
              <a:t>个</a:t>
            </a:r>
            <a:r>
              <a:rPr lang="en-US" altLang="zh-CN" kern="1200" dirty="0">
                <a:latin typeface="KaiTi" panose="02010609060101010101" pitchFamily="49" charset="-122"/>
                <a:ea typeface="KaiTi" panose="02010609060101010101" pitchFamily="49" charset="-122"/>
                <a:cs typeface="Arial" panose="020B0604020202090204" pitchFamily="34" charset="0"/>
              </a:rPr>
              <a:t>)</a:t>
            </a:r>
            <a:r>
              <a:rPr lang="zh-CN" altLang="en-US" kern="1200" dirty="0">
                <a:latin typeface="KaiTi" panose="02010609060101010101" pitchFamily="49" charset="-122"/>
                <a:ea typeface="KaiTi" panose="02010609060101010101" pitchFamily="49" charset="-122"/>
                <a:cs typeface="Arial" panose="020B0604020202090204" pitchFamily="34" charset="0"/>
              </a:rPr>
              <a:t>、</a:t>
            </a:r>
            <a:r>
              <a:rPr lang="en-US" altLang="zh-CN" kern="1200" dirty="0">
                <a:latin typeface="KaiTi" panose="02010609060101010101" pitchFamily="49" charset="-122"/>
                <a:ea typeface="KaiTi" panose="02010609060101010101" pitchFamily="49" charset="-122"/>
                <a:cs typeface="Arial" panose="020B0604020202090204" pitchFamily="34" charset="0"/>
              </a:rPr>
              <a:t>GBIC</a:t>
            </a:r>
            <a:endParaRPr lang="en-US" altLang="zh-CN" kern="1200" dirty="0">
              <a:latin typeface="KaiTi" panose="02010609060101010101" pitchFamily="49" charset="-122"/>
              <a:ea typeface="KaiTi" panose="02010609060101010101" pitchFamily="49" charset="-122"/>
              <a:cs typeface="Arial" panose="020B0604020202090204" pitchFamily="34" charset="0"/>
            </a:endParaRPr>
          </a:p>
          <a:p>
            <a:pPr marL="680720" lvl="1" indent="-342900" defTabSz="814070" eaLnBrk="1" hangingPunct="1">
              <a:lnSpc>
                <a:spcPct val="100000"/>
              </a:lnSpc>
              <a:buFont typeface="Wingdings" panose="05000000000000000000" pitchFamily="2" charset="2"/>
              <a:buChar char="ü"/>
              <a:defRPr/>
            </a:pPr>
            <a:r>
              <a:rPr lang="zh-CN" altLang="en-US" kern="1200" dirty="0">
                <a:latin typeface="KaiTi" panose="02010609060101010101" pitchFamily="49" charset="-122"/>
                <a:ea typeface="KaiTi" panose="02010609060101010101" pitchFamily="49" charset="-122"/>
                <a:cs typeface="Arial" panose="020B0604020202090204" pitchFamily="34" charset="0"/>
              </a:rPr>
              <a:t>线缆：双绞线、光纤</a:t>
            </a:r>
            <a:endParaRPr lang="en-US" altLang="zh-CN" kern="1200" dirty="0">
              <a:latin typeface="KaiTi" panose="02010609060101010101" pitchFamily="49" charset="-122"/>
              <a:ea typeface="KaiTi" panose="02010609060101010101" pitchFamily="49" charset="-122"/>
              <a:cs typeface="Arial" panose="020B0604020202090204" pitchFamily="34" charset="0"/>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广域网</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ü"/>
              <a:defRPr/>
            </a:pPr>
            <a:r>
              <a:rPr lang="zh-CN" altLang="en-US" kern="1200" dirty="0">
                <a:latin typeface="KaiTi" panose="02010609060101010101" pitchFamily="49" charset="-122"/>
                <a:ea typeface="KaiTi" panose="02010609060101010101" pitchFamily="49" charset="-122"/>
                <a:cs typeface="Arial" panose="020B0604020202090204" pitchFamily="34" charset="0"/>
              </a:rPr>
              <a:t>接口：</a:t>
            </a:r>
            <a:r>
              <a:rPr lang="en-US" altLang="zh-CN" kern="1200" dirty="0">
                <a:latin typeface="KaiTi" panose="02010609060101010101" pitchFamily="49" charset="-122"/>
                <a:ea typeface="KaiTi" panose="02010609060101010101" pitchFamily="49" charset="-122"/>
                <a:cs typeface="Arial" panose="020B0604020202090204" pitchFamily="34" charset="0"/>
              </a:rPr>
              <a:t>RS-232</a:t>
            </a:r>
            <a:endParaRPr lang="en-US" altLang="zh-CN" kern="1200" dirty="0">
              <a:latin typeface="KaiTi" panose="02010609060101010101" pitchFamily="49" charset="-122"/>
              <a:ea typeface="KaiTi" panose="02010609060101010101" pitchFamily="49" charset="-122"/>
              <a:cs typeface="Arial" panose="020B0604020202090204" pitchFamily="34" charset="0"/>
            </a:endParaRPr>
          </a:p>
          <a:p>
            <a:pPr marL="680720" lvl="1" indent="-342900" defTabSz="814070" eaLnBrk="1" hangingPunct="1">
              <a:lnSpc>
                <a:spcPct val="100000"/>
              </a:lnSpc>
              <a:buFont typeface="Wingdings" panose="05000000000000000000" pitchFamily="2" charset="2"/>
              <a:buChar char="ü"/>
              <a:defRPr/>
            </a:pPr>
            <a:r>
              <a:rPr lang="zh-CN" altLang="en-US" kern="1200" dirty="0">
                <a:latin typeface="KaiTi" panose="02010609060101010101" pitchFamily="49" charset="-122"/>
                <a:ea typeface="KaiTi" panose="02010609060101010101" pitchFamily="49" charset="-122"/>
                <a:cs typeface="Arial" panose="020B0604020202090204" pitchFamily="34" charset="0"/>
              </a:rPr>
              <a:t>线缆：</a:t>
            </a:r>
            <a:r>
              <a:rPr lang="en-US" altLang="zh-CN" kern="1200" dirty="0">
                <a:latin typeface="KaiTi" panose="02010609060101010101" pitchFamily="49" charset="-122"/>
                <a:ea typeface="KaiTi" panose="02010609060101010101" pitchFamily="49" charset="-122"/>
                <a:cs typeface="Arial" panose="020B0604020202090204" pitchFamily="34" charset="0"/>
              </a:rPr>
              <a:t>RS-232 </a:t>
            </a:r>
            <a:r>
              <a:rPr lang="en-US" altLang="zh-CN" kern="1200" dirty="0">
                <a:latin typeface="KaiTi" panose="02010609060101010101" pitchFamily="49" charset="-122"/>
                <a:ea typeface="KaiTi" panose="02010609060101010101" pitchFamily="49" charset="-122"/>
                <a:cs typeface="Arial" panose="020B0604020202090204" pitchFamily="34" charset="0"/>
                <a:sym typeface="Wingdings" panose="05000000000000000000" pitchFamily="2" charset="2"/>
              </a:rPr>
              <a:t></a:t>
            </a:r>
            <a:r>
              <a:rPr lang="en-US" altLang="zh-CN" kern="1200" dirty="0">
                <a:latin typeface="KaiTi" panose="02010609060101010101" pitchFamily="49" charset="-122"/>
                <a:ea typeface="KaiTi" panose="02010609060101010101" pitchFamily="49" charset="-122"/>
                <a:cs typeface="Arial" panose="020B0604020202090204" pitchFamily="34" charset="0"/>
              </a:rPr>
              <a:t> V.35</a:t>
            </a:r>
            <a:r>
              <a:rPr lang="en-US" altLang="zh-CN" kern="1200" dirty="0">
                <a:latin typeface="KaiTi" panose="02010609060101010101" pitchFamily="49" charset="-122"/>
                <a:ea typeface="KaiTi" panose="02010609060101010101" pitchFamily="49" charset="-122"/>
                <a:cs typeface="Arial" panose="020B0604020202090204" pitchFamily="34" charset="0"/>
                <a:sym typeface="Wingdings" panose="05000000000000000000" pitchFamily="2" charset="2"/>
              </a:rPr>
              <a:t> </a:t>
            </a:r>
            <a:r>
              <a:rPr lang="en-US" altLang="zh-CN" kern="1200" dirty="0">
                <a:latin typeface="KaiTi" panose="02010609060101010101" pitchFamily="49" charset="-122"/>
                <a:ea typeface="KaiTi" panose="02010609060101010101" pitchFamily="49" charset="-122"/>
                <a:cs typeface="Arial" panose="020B0604020202090204" pitchFamily="34" charset="0"/>
              </a:rPr>
              <a:t> V.35</a:t>
            </a:r>
            <a:r>
              <a:rPr lang="en-US" altLang="zh-CN" kern="1200" dirty="0">
                <a:latin typeface="KaiTi" panose="02010609060101010101" pitchFamily="49" charset="-122"/>
                <a:ea typeface="KaiTi" panose="02010609060101010101" pitchFamily="49" charset="-122"/>
                <a:cs typeface="Arial" panose="020B0604020202090204" pitchFamily="34" charset="0"/>
                <a:sym typeface="Wingdings" panose="05000000000000000000" pitchFamily="2" charset="2"/>
              </a:rPr>
              <a:t> </a:t>
            </a:r>
            <a:r>
              <a:rPr lang="en-US" altLang="zh-CN" kern="1200" dirty="0">
                <a:latin typeface="KaiTi" panose="02010609060101010101" pitchFamily="49" charset="-122"/>
                <a:ea typeface="KaiTi" panose="02010609060101010101" pitchFamily="49" charset="-122"/>
                <a:cs typeface="Arial" panose="020B0604020202090204" pitchFamily="34" charset="0"/>
              </a:rPr>
              <a:t> RS-232 </a:t>
            </a:r>
            <a:endParaRPr lang="en-US" altLang="zh-CN" kern="1200" dirty="0">
              <a:latin typeface="KaiTi" panose="02010609060101010101" pitchFamily="49" charset="-122"/>
              <a:ea typeface="KaiTi" panose="02010609060101010101" pitchFamily="49" charset="-122"/>
              <a:cs typeface="Arial" panose="020B0604020202090204" pitchFamily="34" charset="0"/>
            </a:endParaRPr>
          </a:p>
          <a:p>
            <a:pPr marL="337820" lvl="1" indent="0" defTabSz="814070" eaLnBrk="1" hangingPunct="1">
              <a:lnSpc>
                <a:spcPct val="100000"/>
              </a:lnSpc>
              <a:defRPr/>
            </a:pPr>
            <a:r>
              <a:rPr lang="en-US" altLang="zh-CN" kern="1200" dirty="0">
                <a:latin typeface="KaiTi" panose="02010609060101010101" pitchFamily="49" charset="-122"/>
                <a:ea typeface="KaiTi" panose="02010609060101010101" pitchFamily="49" charset="-122"/>
                <a:cs typeface="Arial" panose="020B0604020202090204" pitchFamily="34" charset="0"/>
              </a:rPr>
              <a:t>         RS-232 </a:t>
            </a:r>
            <a:r>
              <a:rPr lang="en-US" altLang="zh-CN" kern="1200" dirty="0">
                <a:latin typeface="KaiTi" panose="02010609060101010101" pitchFamily="49" charset="-122"/>
                <a:ea typeface="KaiTi" panose="02010609060101010101" pitchFamily="49" charset="-122"/>
                <a:cs typeface="Arial" panose="020B0604020202090204" pitchFamily="34" charset="0"/>
                <a:sym typeface="Wingdings" panose="05000000000000000000" pitchFamily="2" charset="2"/>
              </a:rPr>
              <a:t> RS-232</a:t>
            </a:r>
            <a:endParaRPr lang="en-US" altLang="zh-CN" kern="1200" dirty="0">
              <a:latin typeface="KaiTi" panose="02010609060101010101" pitchFamily="49" charset="-122"/>
              <a:ea typeface="KaiTi" panose="02010609060101010101" pitchFamily="49" charset="-122"/>
              <a:cs typeface="Arial" panose="020B0604020202090204" pitchFamily="34" charset="0"/>
            </a:endParaRPr>
          </a:p>
        </p:txBody>
      </p:sp>
      <p:pic>
        <p:nvPicPr>
          <p:cNvPr id="3" name="Picture 5" descr="http://tse1.mm.bing.net/th?&amp;id=OIP.M7933fbcbfcebcba9f784cdcd0291038bo0&amp;w=300&amp;h=232&amp;c=0&amp;pid=1.9&amp;rs=0&amp;p=0&amp;r=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35092" y="2109098"/>
            <a:ext cx="8366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7" descr="http://tse1.mm.bing.net/th?&amp;id=OIP.M7eb66ed44dfbd5a13d1cab2385f39191H0&amp;w=198&amp;h=198&amp;c=0&amp;pid=1.9&amp;rs=0&amp;p=0&amp;r=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5091" y="2975993"/>
            <a:ext cx="836613"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2" descr="http://tse1.mm.bing.net/th?&amp;id=OIP.Me380037c0ba74e49ccbb3578859946bbo0&amp;w=300&amp;h=300&amp;c=0&amp;pid=1.9&amp;rs=0&amp;p=0&amp;r=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6342" y="1564585"/>
            <a:ext cx="15621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5184937"/>
            <a:ext cx="29940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Picture 10" descr="光纤 的图像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54830" y="2855343"/>
            <a:ext cx="1222375"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12" descr="GBIC 的图像结果"/>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70343" y="1788424"/>
            <a:ext cx="1323975"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2" name="Picture 14" descr="https://gd3.alicdn.com/bao/uploaded/i3/T1_vfAFaheXXXXXXXX_!!0-item_pic.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63078" y="4818225"/>
            <a:ext cx="2092325"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3" name="图片 1"/>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214681" y="5013487"/>
            <a:ext cx="2179637"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720000" y="360000"/>
            <a:ext cx="10753200" cy="838200"/>
          </a:xfrm>
        </p:spPr>
        <p:txBody>
          <a:bodyPr/>
          <a:lstStyle/>
          <a:p>
            <a:pPr eaLnBrk="1" hangingPunct="1">
              <a:defRPr/>
            </a:pPr>
            <a:r>
              <a:rPr lang="en-US" altLang="zh-CN" sz="3600" dirty="0">
                <a:latin typeface="黑体" panose="02010609060101010101" pitchFamily="49" charset="-122"/>
                <a:ea typeface="黑体" panose="02010609060101010101" pitchFamily="49" charset="-122"/>
              </a:rPr>
              <a:t>3. </a:t>
            </a:r>
            <a:r>
              <a:rPr lang="zh-CN" altLang="en-US" sz="3600" dirty="0">
                <a:latin typeface="黑体" panose="02010609060101010101" pitchFamily="49" charset="-122"/>
                <a:ea typeface="黑体" panose="02010609060101010101" pitchFamily="49" charset="-122"/>
              </a:rPr>
              <a:t>常用模块 </a:t>
            </a:r>
            <a:endParaRPr lang="en-US" altLang="zh-CN" sz="3600" dirty="0">
              <a:latin typeface="黑体" panose="02010609060101010101" pitchFamily="49" charset="-122"/>
              <a:ea typeface="黑体" panose="02010609060101010101" pitchFamily="49" charset="-122"/>
            </a:endParaRPr>
          </a:p>
        </p:txBody>
      </p:sp>
      <p:sp>
        <p:nvSpPr>
          <p:cNvPr id="2" name="Rectangle 6"/>
          <p:cNvSpPr>
            <a:spLocks noChangeArrowheads="1"/>
          </p:cNvSpPr>
          <p:nvPr/>
        </p:nvSpPr>
        <p:spPr bwMode="auto">
          <a:xfrm>
            <a:off x="6003635" y="24537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sp>
        <p:nvSpPr>
          <p:cNvPr id="15364" name="Rectangle 8"/>
          <p:cNvSpPr>
            <a:spLocks noGrp="1" noChangeArrowheads="1"/>
          </p:cNvSpPr>
          <p:nvPr>
            <p:ph type="body" idx="1"/>
          </p:nvPr>
        </p:nvSpPr>
        <p:spPr>
          <a:xfrm>
            <a:off x="885615" y="1642645"/>
            <a:ext cx="10587567" cy="35718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局域网模块</a:t>
            </a:r>
            <a:endParaRPr lang="en-US" altLang="zh-CN" dirty="0">
              <a:latin typeface="FangSong" panose="02010609060101010101" pitchFamily="49" charset="-122"/>
              <a:ea typeface="FangSong" panose="02010609060101010101" pitchFamily="49" charset="-122"/>
            </a:endParaRPr>
          </a:p>
          <a:p>
            <a:pPr marL="914400" lvl="1" indent="-457200">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rPr>
              <a:t>NIM-2GE-CU-SFP= 1</a:t>
            </a:r>
            <a:endParaRPr lang="en-US" altLang="zh-CN" dirty="0">
              <a:latin typeface="KaiTi" panose="02010609060101010101" pitchFamily="49" charset="-122"/>
              <a:ea typeface="KaiTi" panose="02010609060101010101" pitchFamily="49" charset="-122"/>
              <a:cs typeface="FangSong" panose="02010609060101010101" pitchFamily="49" charset="-122"/>
            </a:endParaRPr>
          </a:p>
          <a:p>
            <a:pPr marL="914400" lvl="1" indent="-457200">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rPr>
              <a:t>SM-X-6X1G</a:t>
            </a:r>
            <a:endParaRPr lang="en-US" altLang="zh-CN" dirty="0">
              <a:latin typeface="KaiTi" panose="02010609060101010101" pitchFamily="49" charset="-122"/>
              <a:ea typeface="KaiTi" panose="02010609060101010101" pitchFamily="49" charset="-122"/>
              <a:cs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广域网模块</a:t>
            </a:r>
            <a:endParaRPr lang="en-US" altLang="zh-CN" dirty="0">
              <a:latin typeface="FangSong" panose="02010609060101010101" pitchFamily="49" charset="-122"/>
              <a:ea typeface="FangSong" panose="02010609060101010101" pitchFamily="49" charset="-122"/>
            </a:endParaRPr>
          </a:p>
          <a:p>
            <a:pPr marL="914400" lvl="1" indent="-457200">
              <a:buFontTx/>
              <a:buAutoNum type="arabicPeriod"/>
              <a:defRPr/>
            </a:pPr>
            <a:r>
              <a:rPr lang="zh-CN" altLang="en-US" dirty="0">
                <a:latin typeface="KaiTi" panose="02010609060101010101" pitchFamily="49" charset="-122"/>
                <a:ea typeface="KaiTi" panose="02010609060101010101" pitchFamily="49" charset="-122"/>
                <a:cs typeface="FangSong" panose="02010609060101010101" pitchFamily="49" charset="-122"/>
              </a:rPr>
              <a:t>同步：</a:t>
            </a:r>
            <a:r>
              <a:rPr lang="en-US" altLang="zh-CN" dirty="0">
                <a:latin typeface="KaiTi" panose="02010609060101010101" pitchFamily="49" charset="-122"/>
                <a:ea typeface="KaiTi" panose="02010609060101010101" pitchFamily="49" charset="-122"/>
                <a:cs typeface="FangSong" panose="02010609060101010101" pitchFamily="49" charset="-122"/>
              </a:rPr>
              <a:t>NIM-4T</a:t>
            </a:r>
            <a:endParaRPr lang="en-US" altLang="zh-CN" dirty="0">
              <a:latin typeface="KaiTi" panose="02010609060101010101" pitchFamily="49" charset="-122"/>
              <a:ea typeface="KaiTi" panose="02010609060101010101" pitchFamily="49" charset="-122"/>
              <a:cs typeface="FangSong" panose="02010609060101010101" pitchFamily="49" charset="-122"/>
            </a:endParaRPr>
          </a:p>
          <a:p>
            <a:pPr marL="914400" lvl="1" indent="-457200">
              <a:buFontTx/>
              <a:buAutoNum type="arabicPeriod"/>
              <a:defRPr/>
            </a:pPr>
            <a:r>
              <a:rPr lang="zh-CN" altLang="en-US" dirty="0">
                <a:latin typeface="KaiTi" panose="02010609060101010101" pitchFamily="49" charset="-122"/>
                <a:ea typeface="KaiTi" panose="02010609060101010101" pitchFamily="49" charset="-122"/>
                <a:cs typeface="FangSong" panose="02010609060101010101" pitchFamily="49" charset="-122"/>
              </a:rPr>
              <a:t>异步：</a:t>
            </a:r>
            <a:r>
              <a:rPr lang="en-US" altLang="zh-CN" dirty="0">
                <a:latin typeface="KaiTi" panose="02010609060101010101" pitchFamily="49" charset="-122"/>
                <a:ea typeface="KaiTi" panose="02010609060101010101" pitchFamily="49" charset="-122"/>
                <a:cs typeface="FangSong" panose="02010609060101010101" pitchFamily="49" charset="-122"/>
              </a:rPr>
              <a:t>SM-X-64A</a:t>
            </a:r>
            <a:endParaRPr lang="en-US" altLang="zh-CN" dirty="0">
              <a:latin typeface="KaiTi" panose="02010609060101010101" pitchFamily="49" charset="-122"/>
              <a:ea typeface="KaiTi" panose="02010609060101010101" pitchFamily="49" charset="-122"/>
              <a:cs typeface="FangSong" panose="02010609060101010101" pitchFamily="49" charset="-122"/>
            </a:endParaRPr>
          </a:p>
          <a:p>
            <a:pPr marL="914400" lvl="1" indent="-457200">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rPr>
              <a:t>CSU/DSU: NIM-8MFT-T1/E1</a:t>
            </a:r>
            <a:endParaRPr lang="en-US" altLang="zh-CN" dirty="0">
              <a:latin typeface="KaiTi" panose="02010609060101010101" pitchFamily="49" charset="-122"/>
              <a:ea typeface="KaiTi" panose="02010609060101010101" pitchFamily="49" charset="-122"/>
              <a:cs typeface="FangSong" panose="02010609060101010101" pitchFamily="49" charset="-122"/>
            </a:endParaRPr>
          </a:p>
        </p:txBody>
      </p:sp>
      <p:pic>
        <p:nvPicPr>
          <p:cNvPr id="15366" name="Picture 12" descr="HWIC 的图像结果"/>
          <p:cNvPicPr>
            <a:picLocks noChangeAspect="1" noChangeArrowheads="1"/>
          </p:cNvPicPr>
          <p:nvPr/>
        </p:nvPicPr>
        <p:blipFill>
          <a:blip r:embed="rId1">
            <a:extLst>
              <a:ext uri="{28A0092B-C50C-407E-A947-70E740481C1C}">
                <a14:useLocalDpi xmlns:a14="http://schemas.microsoft.com/office/drawing/2010/main" val="0"/>
              </a:ext>
            </a:extLst>
          </a:blip>
          <a:srcRect l="11354" t="17018" r="12099" b="17018"/>
          <a:stretch>
            <a:fillRect/>
          </a:stretch>
        </p:blipFill>
        <p:spPr bwMode="auto">
          <a:xfrm>
            <a:off x="1146810" y="5109210"/>
            <a:ext cx="1759585" cy="1213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2"/>
          <a:stretch>
            <a:fillRect/>
          </a:stretch>
        </p:blipFill>
        <p:spPr>
          <a:xfrm>
            <a:off x="5600700" y="960755"/>
            <a:ext cx="2381250" cy="2381250"/>
          </a:xfrm>
          <a:prstGeom prst="rect">
            <a:avLst/>
          </a:prstGeom>
        </p:spPr>
      </p:pic>
      <p:pic>
        <p:nvPicPr>
          <p:cNvPr id="5" name="图片 4"/>
          <p:cNvPicPr>
            <a:picLocks noChangeAspect="1"/>
          </p:cNvPicPr>
          <p:nvPr/>
        </p:nvPicPr>
        <p:blipFill>
          <a:blip r:embed="rId3"/>
          <a:stretch>
            <a:fillRect/>
          </a:stretch>
        </p:blipFill>
        <p:spPr>
          <a:xfrm>
            <a:off x="8583295" y="1341755"/>
            <a:ext cx="2190750" cy="1619250"/>
          </a:xfrm>
          <a:prstGeom prst="rect">
            <a:avLst/>
          </a:prstGeom>
        </p:spPr>
      </p:pic>
      <p:pic>
        <p:nvPicPr>
          <p:cNvPr id="6" name="图片 5"/>
          <p:cNvPicPr>
            <a:picLocks noChangeAspect="1"/>
          </p:cNvPicPr>
          <p:nvPr/>
        </p:nvPicPr>
        <p:blipFill>
          <a:blip r:embed="rId4"/>
          <a:srcRect l="6089" t="26778" r="6089" b="25556"/>
          <a:stretch>
            <a:fillRect/>
          </a:stretch>
        </p:blipFill>
        <p:spPr>
          <a:xfrm>
            <a:off x="6841490" y="2823210"/>
            <a:ext cx="2509520" cy="1362075"/>
          </a:xfrm>
          <a:prstGeom prst="rect">
            <a:avLst/>
          </a:prstGeom>
        </p:spPr>
      </p:pic>
      <p:pic>
        <p:nvPicPr>
          <p:cNvPr id="7" name="图片 6"/>
          <p:cNvPicPr>
            <a:picLocks noChangeAspect="1"/>
          </p:cNvPicPr>
          <p:nvPr/>
        </p:nvPicPr>
        <p:blipFill>
          <a:blip r:embed="rId5"/>
          <a:stretch>
            <a:fillRect/>
          </a:stretch>
        </p:blipFill>
        <p:spPr>
          <a:xfrm>
            <a:off x="5120005" y="4779010"/>
            <a:ext cx="1873885" cy="1873885"/>
          </a:xfrm>
          <a:prstGeom prst="rect">
            <a:avLst/>
          </a:prstGeom>
        </p:spPr>
      </p:pic>
      <p:pic>
        <p:nvPicPr>
          <p:cNvPr id="8" name="图片 7"/>
          <p:cNvPicPr>
            <a:picLocks noChangeAspect="1"/>
          </p:cNvPicPr>
          <p:nvPr/>
        </p:nvPicPr>
        <p:blipFill>
          <a:blip r:embed="rId6"/>
          <a:srcRect l="9733" t="16237" r="10956" b="10548"/>
          <a:stretch>
            <a:fillRect/>
          </a:stretch>
        </p:blipFill>
        <p:spPr>
          <a:xfrm>
            <a:off x="9206865" y="4931410"/>
            <a:ext cx="2266315" cy="15690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720000" y="360000"/>
            <a:ext cx="10753200" cy="838200"/>
          </a:xfrm>
        </p:spPr>
        <p:txBody>
          <a:bodyPr/>
          <a:lstStyle/>
          <a:p>
            <a:pPr eaLnBrk="1" hangingPunct="1">
              <a:defRPr/>
            </a:pPr>
            <a:r>
              <a:rPr lang="en-US" altLang="zh-CN" sz="3600" dirty="0">
                <a:latin typeface="黑体" panose="02010609060101010101" pitchFamily="49" charset="-122"/>
                <a:ea typeface="黑体" panose="02010609060101010101" pitchFamily="49" charset="-122"/>
              </a:rPr>
              <a:t>4. </a:t>
            </a:r>
            <a:r>
              <a:rPr lang="zh-CN" altLang="en-US" sz="3600" dirty="0">
                <a:latin typeface="黑体" panose="02010609060101010101" pitchFamily="49" charset="-122"/>
                <a:ea typeface="黑体" panose="02010609060101010101" pitchFamily="49" charset="-122"/>
              </a:rPr>
              <a:t>接口编号规则</a:t>
            </a:r>
            <a:endParaRPr lang="zh-CN" altLang="en-US" sz="3600" dirty="0">
              <a:latin typeface="黑体" panose="02010609060101010101" pitchFamily="49" charset="-122"/>
              <a:ea typeface="黑体" panose="02010609060101010101" pitchFamily="49" charset="-122"/>
            </a:endParaRPr>
          </a:p>
        </p:txBody>
      </p:sp>
      <p:sp>
        <p:nvSpPr>
          <p:cNvPr id="17411" name="内容占位符 2"/>
          <p:cNvSpPr>
            <a:spLocks noGrp="1"/>
          </p:cNvSpPr>
          <p:nvPr>
            <p:ph idx="1"/>
          </p:nvPr>
        </p:nvSpPr>
        <p:spPr>
          <a:xfrm>
            <a:off x="720000" y="1612800"/>
            <a:ext cx="10753200" cy="3571875"/>
          </a:xfrm>
        </p:spPr>
        <p:txBody>
          <a:bodyPr/>
          <a:lstStyle/>
          <a:p>
            <a:pPr marL="381000" indent="-381000" defTabSz="814070" eaLnBrk="1" hangingPunct="1">
              <a:lnSpc>
                <a:spcPct val="100000"/>
              </a:lnSpc>
              <a:defRPr/>
            </a:pPr>
            <a:r>
              <a:rPr lang="en-US" altLang="zh-CN" dirty="0">
                <a:latin typeface="FangSong" panose="02010609060101010101" pitchFamily="49" charset="-122"/>
                <a:ea typeface="FangSong" panose="02010609060101010101" pitchFamily="49" charset="-122"/>
                <a:hlinkClick r:id="rId1"/>
              </a:rPr>
              <a:t>ISR 4221/4551</a:t>
            </a:r>
            <a:r>
              <a:rPr lang="zh-CN" altLang="en-US" dirty="0">
                <a:latin typeface="FangSong" panose="02010609060101010101" pitchFamily="49" charset="-122"/>
                <a:ea typeface="FangSong" panose="02010609060101010101" pitchFamily="49" charset="-122"/>
                <a:hlinkClick r:id="rId1"/>
              </a:rPr>
              <a:t>后面板</a:t>
            </a:r>
            <a:endParaRPr lang="zh-CN" altLang="en-US" dirty="0">
              <a:latin typeface="FangSong" panose="02010609060101010101" pitchFamily="49" charset="-122"/>
              <a:ea typeface="FangSong" panose="02010609060101010101" pitchFamily="49" charset="-122"/>
              <a:hlinkClick r:id="rId1"/>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hlinkClick r:id="rId1"/>
              </a:rPr>
              <a:t>编号规则</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ü"/>
              <a:defRPr/>
            </a:pPr>
            <a:r>
              <a:rPr lang="zh-CN" altLang="en-US" kern="1200" dirty="0">
                <a:latin typeface="KaiTi" panose="02010609060101010101" pitchFamily="49" charset="-122"/>
                <a:ea typeface="KaiTi" panose="02010609060101010101" pitchFamily="49" charset="-122"/>
                <a:cs typeface="+mn-cs"/>
              </a:rPr>
              <a:t>类型</a:t>
            </a:r>
            <a:r>
              <a:rPr lang="en-US" altLang="zh-CN" kern="1200" dirty="0">
                <a:latin typeface="KaiTi" panose="02010609060101010101" pitchFamily="49" charset="-122"/>
                <a:ea typeface="KaiTi" panose="02010609060101010101" pitchFamily="49" charset="-122"/>
                <a:cs typeface="+mn-cs"/>
              </a:rPr>
              <a:t>+</a:t>
            </a:r>
            <a:r>
              <a:rPr lang="zh-CN" altLang="en-US" kern="1200" dirty="0">
                <a:latin typeface="KaiTi" panose="02010609060101010101" pitchFamily="49" charset="-122"/>
                <a:ea typeface="KaiTi" panose="02010609060101010101" pitchFamily="49" charset="-122"/>
                <a:cs typeface="+mn-cs"/>
              </a:rPr>
              <a:t>数字（用</a:t>
            </a:r>
            <a:r>
              <a:rPr lang="en-US" altLang="zh-CN" kern="1200" dirty="0">
                <a:latin typeface="KaiTi" panose="02010609060101010101" pitchFamily="49" charset="-122"/>
                <a:ea typeface="KaiTi" panose="02010609060101010101" pitchFamily="49" charset="-122"/>
                <a:cs typeface="+mn-cs"/>
              </a:rPr>
              <a:t>/</a:t>
            </a:r>
            <a:r>
              <a:rPr lang="zh-CN" altLang="en-US" kern="1200" dirty="0">
                <a:latin typeface="KaiTi" panose="02010609060101010101" pitchFamily="49" charset="-122"/>
                <a:ea typeface="KaiTi" panose="02010609060101010101" pitchFamily="49" charset="-122"/>
                <a:cs typeface="+mn-cs"/>
              </a:rPr>
              <a:t>隔开）：插槽</a:t>
            </a:r>
            <a:r>
              <a:rPr lang="en-US" altLang="zh-CN" kern="1200" dirty="0">
                <a:latin typeface="KaiTi" panose="02010609060101010101" pitchFamily="49" charset="-122"/>
                <a:ea typeface="KaiTi" panose="02010609060101010101" pitchFamily="49" charset="-122"/>
                <a:cs typeface="+mn-cs"/>
              </a:rPr>
              <a:t>/</a:t>
            </a:r>
            <a:r>
              <a:rPr lang="zh-CN" altLang="en-US" kern="1200" dirty="0">
                <a:latin typeface="KaiTi" panose="02010609060101010101" pitchFamily="49" charset="-122"/>
                <a:ea typeface="KaiTi" panose="02010609060101010101" pitchFamily="49" charset="-122"/>
                <a:cs typeface="+mn-cs"/>
              </a:rPr>
              <a:t>模块</a:t>
            </a:r>
            <a:r>
              <a:rPr lang="en-US" altLang="zh-CN" kern="1200" dirty="0">
                <a:latin typeface="KaiTi" panose="02010609060101010101" pitchFamily="49" charset="-122"/>
                <a:ea typeface="KaiTi" panose="02010609060101010101" pitchFamily="49" charset="-122"/>
                <a:cs typeface="+mn-cs"/>
              </a:rPr>
              <a:t>/</a:t>
            </a:r>
            <a:r>
              <a:rPr lang="zh-CN" altLang="en-US" kern="1200" dirty="0">
                <a:latin typeface="KaiTi" panose="02010609060101010101" pitchFamily="49" charset="-122"/>
                <a:ea typeface="KaiTi" panose="02010609060101010101" pitchFamily="49" charset="-122"/>
                <a:cs typeface="+mn-cs"/>
              </a:rPr>
              <a:t>接口</a:t>
            </a:r>
            <a:endParaRPr lang="en-US" altLang="zh-CN" kern="1200" dirty="0">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ü"/>
              <a:defRPr/>
            </a:pPr>
            <a:r>
              <a:rPr lang="zh-CN" altLang="en-US" kern="1200" dirty="0">
                <a:latin typeface="KaiTi" panose="02010609060101010101" pitchFamily="49" charset="-122"/>
                <a:ea typeface="KaiTi" panose="02010609060101010101" pitchFamily="49" charset="-122"/>
                <a:cs typeface="+mn-cs"/>
              </a:rPr>
              <a:t>由右至左，由下至上，从零开始</a:t>
            </a:r>
            <a:endParaRPr lang="en-US" altLang="zh-CN" kern="1200" dirty="0">
              <a:latin typeface="KaiTi" panose="02010609060101010101" pitchFamily="49" charset="-122"/>
              <a:ea typeface="KaiTi" panose="02010609060101010101" pitchFamily="49" charset="-122"/>
              <a:cs typeface="+mn-cs"/>
            </a:endParaRPr>
          </a:p>
          <a:p>
            <a:pPr>
              <a:defRPr/>
            </a:pPr>
            <a:endParaRPr lang="zh-CN" altLang="en-US" dirty="0">
              <a:latin typeface="FangSong" panose="02010609060101010101" pitchFamily="49" charset="-122"/>
              <a:ea typeface="FangSong" panose="02010609060101010101" pitchFamily="49" charset="-122"/>
              <a:cs typeface="FangSong" panose="02010609060101010101" pitchFamily="49" charset="-122"/>
            </a:endParaRPr>
          </a:p>
        </p:txBody>
      </p:sp>
      <p:pic>
        <p:nvPicPr>
          <p:cNvPr id="2" name="Picture 5" descr="http://www.cisco.com/c/dam/en/us/support/docs/routers/3725-multiservice-access-router/62611-62611b.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6433" y="3750753"/>
            <a:ext cx="7739063"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3"/>
          <a:srcRect b="39920"/>
          <a:stretch>
            <a:fillRect/>
          </a:stretch>
        </p:blipFill>
        <p:spPr>
          <a:xfrm>
            <a:off x="6214110" y="1889125"/>
            <a:ext cx="5979160" cy="1444625"/>
          </a:xfrm>
          <a:prstGeom prst="rect">
            <a:avLst/>
          </a:prstGeom>
        </p:spPr>
      </p:pic>
      <p:pic>
        <p:nvPicPr>
          <p:cNvPr id="4" name="图片 3"/>
          <p:cNvPicPr>
            <a:picLocks noChangeAspect="1"/>
          </p:cNvPicPr>
          <p:nvPr/>
        </p:nvPicPr>
        <p:blipFill>
          <a:blip r:embed="rId4"/>
          <a:stretch>
            <a:fillRect/>
          </a:stretch>
        </p:blipFill>
        <p:spPr>
          <a:xfrm>
            <a:off x="6214745" y="807085"/>
            <a:ext cx="5978525" cy="9251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20000" y="360000"/>
            <a:ext cx="10753200" cy="838800"/>
          </a:xfrm>
        </p:spPr>
        <p:txBody>
          <a:bodyPr/>
          <a:lstStyle/>
          <a:p>
            <a:pPr eaLnBrk="1" hangingPunct="1">
              <a:defRPr/>
            </a:pPr>
            <a:r>
              <a:rPr lang="en-US" altLang="zh-CN" sz="3600" dirty="0">
                <a:latin typeface="黑体" panose="02010609060101010101" pitchFamily="49" charset="-122"/>
                <a:ea typeface="黑体" panose="02010609060101010101" pitchFamily="49" charset="-122"/>
              </a:rPr>
              <a:t>5. </a:t>
            </a:r>
            <a:r>
              <a:rPr lang="zh-CN" altLang="en-US" sz="3600" dirty="0">
                <a:latin typeface="黑体" panose="02010609060101010101" pitchFamily="49" charset="-122"/>
                <a:ea typeface="黑体" panose="02010609060101010101" pitchFamily="49" charset="-122"/>
              </a:rPr>
              <a:t>路由器的模式</a:t>
            </a:r>
            <a:endParaRPr lang="en-US" altLang="zh-CN" sz="3600" dirty="0">
              <a:latin typeface="黑体" panose="02010609060101010101" pitchFamily="49" charset="-122"/>
              <a:ea typeface="黑体" panose="02010609060101010101" pitchFamily="49" charset="-122"/>
            </a:endParaRPr>
          </a:p>
        </p:txBody>
      </p:sp>
      <p:sp>
        <p:nvSpPr>
          <p:cNvPr id="18435" name="Rectangle 3"/>
          <p:cNvSpPr>
            <a:spLocks noGrp="1" noChangeArrowheads="1"/>
          </p:cNvSpPr>
          <p:nvPr>
            <p:ph type="body" idx="1"/>
          </p:nvPr>
        </p:nvSpPr>
        <p:spPr>
          <a:xfrm>
            <a:off x="720000" y="1612800"/>
            <a:ext cx="10753200" cy="4419600"/>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模式：</a:t>
            </a:r>
            <a:endParaRPr lang="en-US" altLang="zh-CN" dirty="0">
              <a:latin typeface="FangSong" panose="02010609060101010101" pitchFamily="49" charset="-122"/>
              <a:ea typeface="FangSong" panose="02010609060101010101" pitchFamily="49" charset="-122"/>
            </a:endParaRPr>
          </a:p>
          <a:p>
            <a:pPr marL="914400" lvl="1" indent="-457200">
              <a:lnSpc>
                <a:spcPct val="85000"/>
              </a:lnSpc>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rPr>
              <a:t>user EXEC mode   		</a:t>
            </a:r>
            <a:r>
              <a:rPr lang="en-US" altLang="zh-CN" dirty="0">
                <a:solidFill>
                  <a:srgbClr val="7030A0"/>
                </a:solidFill>
                <a:latin typeface="KaiTi" panose="02010609060101010101" pitchFamily="49" charset="-122"/>
                <a:ea typeface="KaiTi" panose="02010609060101010101" pitchFamily="49" charset="-122"/>
                <a:cs typeface="FangSong" panose="02010609060101010101" pitchFamily="49" charset="-122"/>
              </a:rPr>
              <a:t>&gt;</a:t>
            </a:r>
            <a:endParaRPr lang="en-US" altLang="zh-CN" dirty="0">
              <a:solidFill>
                <a:srgbClr val="7030A0"/>
              </a:solidFill>
              <a:latin typeface="KaiTi" panose="02010609060101010101" pitchFamily="49" charset="-122"/>
              <a:ea typeface="KaiTi" panose="02010609060101010101" pitchFamily="49" charset="-122"/>
              <a:cs typeface="FangSong" panose="02010609060101010101" pitchFamily="49" charset="-122"/>
            </a:endParaRPr>
          </a:p>
          <a:p>
            <a:pPr marL="914400" lvl="1" indent="-457200">
              <a:lnSpc>
                <a:spcPct val="85000"/>
              </a:lnSpc>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rPr>
              <a:t>privileged EXEC mode	</a:t>
            </a:r>
            <a:r>
              <a:rPr lang="en-US" altLang="zh-CN" dirty="0">
                <a:solidFill>
                  <a:srgbClr val="7030A0"/>
                </a:solidFill>
                <a:latin typeface="KaiTi" panose="02010609060101010101" pitchFamily="49" charset="-122"/>
                <a:ea typeface="KaiTi" panose="02010609060101010101" pitchFamily="49" charset="-122"/>
              </a:rPr>
              <a:t>#</a:t>
            </a:r>
            <a:endParaRPr lang="en-US" altLang="zh-CN" dirty="0">
              <a:solidFill>
                <a:srgbClr val="7030A0"/>
              </a:solidFill>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rPr>
              <a:t>global config mode		</a:t>
            </a:r>
            <a:r>
              <a:rPr lang="en-US" altLang="zh-CN" dirty="0">
                <a:solidFill>
                  <a:srgbClr val="7030A0"/>
                </a:solidFill>
                <a:latin typeface="KaiTi" panose="02010609060101010101" pitchFamily="49" charset="-122"/>
                <a:ea typeface="KaiTi" panose="02010609060101010101" pitchFamily="49" charset="-122"/>
              </a:rPr>
              <a:t>(config)#</a:t>
            </a:r>
            <a:endParaRPr lang="en-US" altLang="zh-CN" dirty="0">
              <a:solidFill>
                <a:srgbClr val="7030A0"/>
              </a:solidFill>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en-US" altLang="zh-CN" dirty="0">
                <a:latin typeface="KaiTi" panose="02010609060101010101" pitchFamily="49" charset="-122"/>
                <a:ea typeface="KaiTi" panose="02010609060101010101" pitchFamily="49" charset="-122"/>
                <a:cs typeface="FangSong" panose="02010609060101010101" pitchFamily="49" charset="-122"/>
              </a:rPr>
              <a:t>particular config mode	</a:t>
            </a:r>
            <a:r>
              <a:rPr lang="en-US" altLang="zh-CN" dirty="0">
                <a:solidFill>
                  <a:srgbClr val="7030A0"/>
                </a:solidFill>
                <a:latin typeface="KaiTi" panose="02010609060101010101" pitchFamily="49" charset="-122"/>
                <a:ea typeface="KaiTi" panose="02010609060101010101" pitchFamily="49" charset="-122"/>
              </a:rPr>
              <a:t>(if-config)#</a:t>
            </a:r>
            <a:endParaRPr lang="zh-CN" altLang="en-US" dirty="0">
              <a:solidFill>
                <a:srgbClr val="7030A0"/>
              </a:solidFill>
              <a:latin typeface="KaiTi" panose="02010609060101010101" pitchFamily="49" charset="-122"/>
              <a:ea typeface="KaiTi"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切换方式</a:t>
            </a:r>
            <a:r>
              <a:rPr lang="en-US" altLang="zh-CN" dirty="0">
                <a:latin typeface="FangSong" panose="02010609060101010101" pitchFamily="49" charset="-122"/>
                <a:ea typeface="FangSong" panose="02010609060101010101" pitchFamily="49" charset="-122"/>
              </a:rPr>
              <a:t>:</a:t>
            </a:r>
            <a:endParaRPr lang="en-US" altLang="zh-CN" dirty="0">
              <a:latin typeface="FangSong" panose="02010609060101010101" pitchFamily="49" charset="-122"/>
              <a:ea typeface="FangSong" panose="02010609060101010101" pitchFamily="49" charset="-122"/>
            </a:endParaRPr>
          </a:p>
          <a:p>
            <a:pPr marL="914400" lvl="1" indent="-457200">
              <a:lnSpc>
                <a:spcPct val="85000"/>
              </a:lnSpc>
              <a:buFont typeface="Wingdings" panose="05000000000000000000" pitchFamily="2" charset="2"/>
              <a:buChar char="Ø"/>
              <a:defRPr/>
            </a:pPr>
            <a:r>
              <a:rPr lang="en-US" altLang="zh-CN" dirty="0">
                <a:latin typeface="KaiTi" panose="02010609060101010101" pitchFamily="49" charset="-122"/>
                <a:ea typeface="KaiTi" panose="02010609060101010101" pitchFamily="49" charset="-122"/>
                <a:cs typeface="FangSong" panose="02010609060101010101" pitchFamily="49" charset="-122"/>
              </a:rPr>
              <a:t>Enable  			</a:t>
            </a:r>
            <a:r>
              <a:rPr lang="en-US" altLang="zh-CN" dirty="0">
                <a:solidFill>
                  <a:srgbClr val="7030A0"/>
                </a:solidFill>
                <a:latin typeface="KaiTi" panose="02010609060101010101" pitchFamily="49" charset="-122"/>
                <a:ea typeface="KaiTi" panose="02010609060101010101" pitchFamily="49" charset="-122"/>
              </a:rPr>
              <a:t>1</a:t>
            </a:r>
            <a:r>
              <a:rPr lang="en-US" altLang="zh-CN" dirty="0">
                <a:solidFill>
                  <a:srgbClr val="7030A0"/>
                </a:solidFill>
                <a:latin typeface="KaiTi" panose="02010609060101010101" pitchFamily="49" charset="-122"/>
                <a:ea typeface="KaiTi" panose="02010609060101010101" pitchFamily="49" charset="-122"/>
                <a:sym typeface="Wingdings" panose="05000000000000000000" pitchFamily="2" charset="2"/>
              </a:rPr>
              <a:t>2</a:t>
            </a:r>
            <a:endParaRPr lang="en-US" altLang="zh-CN" dirty="0">
              <a:solidFill>
                <a:srgbClr val="7030A0"/>
              </a:solidFill>
              <a:latin typeface="KaiTi" panose="02010609060101010101" pitchFamily="49" charset="-122"/>
              <a:ea typeface="KaiTi" panose="02010609060101010101" pitchFamily="49" charset="-122"/>
            </a:endParaRPr>
          </a:p>
          <a:p>
            <a:pPr marL="914400" lvl="1" indent="-457200">
              <a:lnSpc>
                <a:spcPct val="85000"/>
              </a:lnSpc>
              <a:buFont typeface="Wingdings" panose="05000000000000000000" pitchFamily="2" charset="2"/>
              <a:buChar char="Ø"/>
              <a:defRPr/>
            </a:pPr>
            <a:r>
              <a:rPr lang="en-US" altLang="zh-CN" dirty="0">
                <a:latin typeface="KaiTi" panose="02010609060101010101" pitchFamily="49" charset="-122"/>
                <a:ea typeface="KaiTi" panose="02010609060101010101" pitchFamily="49" charset="-122"/>
                <a:cs typeface="FangSong" panose="02010609060101010101" pitchFamily="49" charset="-122"/>
              </a:rPr>
              <a:t>Config Terminal		</a:t>
            </a:r>
            <a:r>
              <a:rPr lang="en-US" altLang="zh-CN" dirty="0">
                <a:solidFill>
                  <a:srgbClr val="7030A0"/>
                </a:solidFill>
                <a:latin typeface="KaiTi" panose="02010609060101010101" pitchFamily="49" charset="-122"/>
                <a:ea typeface="KaiTi" panose="02010609060101010101" pitchFamily="49" charset="-122"/>
              </a:rPr>
              <a:t>2</a:t>
            </a:r>
            <a:r>
              <a:rPr lang="en-US" altLang="zh-CN" dirty="0">
                <a:solidFill>
                  <a:srgbClr val="7030A0"/>
                </a:solidFill>
                <a:latin typeface="KaiTi" panose="02010609060101010101" pitchFamily="49" charset="-122"/>
                <a:ea typeface="KaiTi" panose="02010609060101010101" pitchFamily="49" charset="-122"/>
                <a:sym typeface="Wingdings" panose="05000000000000000000" pitchFamily="2" charset="2"/>
              </a:rPr>
              <a:t>3</a:t>
            </a:r>
            <a:endParaRPr lang="en-US" altLang="zh-CN" dirty="0">
              <a:solidFill>
                <a:srgbClr val="7030A0"/>
              </a:solidFill>
              <a:latin typeface="KaiTi" panose="02010609060101010101" pitchFamily="49" charset="-122"/>
              <a:ea typeface="KaiTi" panose="02010609060101010101" pitchFamily="49" charset="-122"/>
            </a:endParaRPr>
          </a:p>
          <a:p>
            <a:pPr marL="914400" lvl="1" indent="-457200">
              <a:lnSpc>
                <a:spcPct val="85000"/>
              </a:lnSpc>
              <a:buFont typeface="Wingdings" panose="05000000000000000000" pitchFamily="2" charset="2"/>
              <a:buChar char="Ø"/>
              <a:defRPr/>
            </a:pPr>
            <a:r>
              <a:rPr lang="en-US" altLang="zh-CN" dirty="0">
                <a:latin typeface="KaiTi" panose="02010609060101010101" pitchFamily="49" charset="-122"/>
                <a:ea typeface="KaiTi" panose="02010609060101010101" pitchFamily="49" charset="-122"/>
              </a:rPr>
              <a:t>Interface f0/0</a:t>
            </a:r>
            <a:r>
              <a:rPr lang="en-US" altLang="zh-CN" dirty="0">
                <a:latin typeface="KaiTi" panose="02010609060101010101" pitchFamily="49" charset="-122"/>
                <a:ea typeface="KaiTi" panose="02010609060101010101" pitchFamily="49" charset="-122"/>
                <a:cs typeface="FangSong" panose="02010609060101010101" pitchFamily="49" charset="-122"/>
              </a:rPr>
              <a:t>			</a:t>
            </a:r>
            <a:r>
              <a:rPr lang="en-US" altLang="zh-CN" dirty="0">
                <a:solidFill>
                  <a:srgbClr val="7030A0"/>
                </a:solidFill>
                <a:latin typeface="KaiTi" panose="02010609060101010101" pitchFamily="49" charset="-122"/>
                <a:ea typeface="KaiTi" panose="02010609060101010101" pitchFamily="49" charset="-122"/>
              </a:rPr>
              <a:t>3</a:t>
            </a:r>
            <a:r>
              <a:rPr lang="en-US" altLang="zh-CN" dirty="0">
                <a:solidFill>
                  <a:srgbClr val="7030A0"/>
                </a:solidFill>
                <a:latin typeface="KaiTi" panose="02010609060101010101" pitchFamily="49" charset="-122"/>
                <a:ea typeface="KaiTi" panose="02010609060101010101" pitchFamily="49" charset="-122"/>
                <a:sym typeface="Wingdings" panose="05000000000000000000" pitchFamily="2" charset="2"/>
              </a:rPr>
              <a:t>4</a:t>
            </a:r>
            <a:endParaRPr lang="en-US" altLang="zh-CN" dirty="0">
              <a:solidFill>
                <a:srgbClr val="7030A0"/>
              </a:solidFill>
              <a:latin typeface="KaiTi" panose="02010609060101010101" pitchFamily="49" charset="-122"/>
              <a:ea typeface="KaiTi" panose="02010609060101010101" pitchFamily="49" charset="-122"/>
            </a:endParaRPr>
          </a:p>
          <a:p>
            <a:pPr marL="914400" lvl="1" indent="-457200">
              <a:lnSpc>
                <a:spcPct val="85000"/>
              </a:lnSpc>
              <a:buFont typeface="Wingdings" panose="05000000000000000000" pitchFamily="2" charset="2"/>
              <a:buChar char="Ø"/>
              <a:defRPr/>
            </a:pPr>
            <a:r>
              <a:rPr lang="en-US" altLang="zh-CN" dirty="0">
                <a:latin typeface="KaiTi" panose="02010609060101010101" pitchFamily="49" charset="-122"/>
                <a:ea typeface="KaiTi" panose="02010609060101010101" pitchFamily="49" charset="-122"/>
                <a:cs typeface="FangSong" panose="02010609060101010101" pitchFamily="49" charset="-122"/>
              </a:rPr>
              <a:t>Exit				</a:t>
            </a:r>
            <a:r>
              <a:rPr lang="en-US" altLang="zh-CN" dirty="0">
                <a:solidFill>
                  <a:srgbClr val="7030A0"/>
                </a:solidFill>
                <a:latin typeface="KaiTi" panose="02010609060101010101" pitchFamily="49" charset="-122"/>
                <a:ea typeface="KaiTi" panose="02010609060101010101" pitchFamily="49" charset="-122"/>
              </a:rPr>
              <a:t>2</a:t>
            </a:r>
            <a:r>
              <a:rPr lang="en-US" altLang="zh-CN" dirty="0">
                <a:solidFill>
                  <a:srgbClr val="7030A0"/>
                </a:solidFill>
                <a:latin typeface="KaiTi" panose="02010609060101010101" pitchFamily="49" charset="-122"/>
                <a:ea typeface="KaiTi" panose="02010609060101010101" pitchFamily="49" charset="-122"/>
                <a:sym typeface="Wingdings" panose="05000000000000000000" pitchFamily="2" charset="2"/>
              </a:rPr>
              <a:t>1	43	32</a:t>
            </a:r>
            <a:endParaRPr lang="en-US" altLang="zh-CN" dirty="0">
              <a:solidFill>
                <a:srgbClr val="7030A0"/>
              </a:solidFill>
              <a:latin typeface="KaiTi" panose="02010609060101010101" pitchFamily="49" charset="-122"/>
              <a:ea typeface="KaiTi" panose="02010609060101010101" pitchFamily="49" charset="-122"/>
              <a:sym typeface="Wingdings" panose="05000000000000000000" pitchFamily="2" charset="2"/>
            </a:endParaRPr>
          </a:p>
          <a:p>
            <a:pPr marL="914400" lvl="1" indent="-457200">
              <a:lnSpc>
                <a:spcPct val="85000"/>
              </a:lnSpc>
              <a:buFont typeface="Wingdings" panose="05000000000000000000" pitchFamily="2" charset="2"/>
              <a:buChar char="Ø"/>
              <a:defRPr/>
            </a:pPr>
            <a:r>
              <a:rPr lang="en-US" altLang="zh-CN" dirty="0">
                <a:latin typeface="KaiTi" panose="02010609060101010101" pitchFamily="49" charset="-122"/>
                <a:ea typeface="KaiTi" panose="02010609060101010101" pitchFamily="49" charset="-122"/>
                <a:cs typeface="FangSong" panose="02010609060101010101" pitchFamily="49" charset="-122"/>
                <a:sym typeface="Wingdings" panose="05000000000000000000" pitchFamily="2" charset="2"/>
              </a:rPr>
              <a:t>Ctrl + z			</a:t>
            </a:r>
            <a:r>
              <a:rPr lang="en-US" altLang="zh-CN" dirty="0">
                <a:solidFill>
                  <a:srgbClr val="7030A0"/>
                </a:solidFill>
                <a:latin typeface="KaiTi" panose="02010609060101010101" pitchFamily="49" charset="-122"/>
                <a:ea typeface="KaiTi" panose="02010609060101010101" pitchFamily="49" charset="-122"/>
                <a:sym typeface="Wingdings" panose="05000000000000000000" pitchFamily="2" charset="2"/>
              </a:rPr>
              <a:t>32	42</a:t>
            </a:r>
            <a:endParaRPr lang="en-US" altLang="zh-CN" dirty="0">
              <a:ea typeface="FangSong" panose="02010609060101010101" pitchFamily="49" charset="-122"/>
              <a:cs typeface="FangSong" panose="02010609060101010101" pitchFamily="49" charset="-122"/>
            </a:endParaRPr>
          </a:p>
        </p:txBody>
      </p:sp>
      <p:sp>
        <p:nvSpPr>
          <p:cNvPr id="2" name="Rectangle 4"/>
          <p:cNvSpPr>
            <a:spLocks noChangeArrowheads="1"/>
          </p:cNvSpPr>
          <p:nvPr/>
        </p:nvSpPr>
        <p:spPr bwMode="auto">
          <a:xfrm>
            <a:off x="6003635" y="25632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20000" y="360000"/>
            <a:ext cx="10753200" cy="838200"/>
          </a:xfrm>
        </p:spPr>
        <p:txBody>
          <a:bodyPr/>
          <a:lstStyle/>
          <a:p>
            <a:pPr eaLnBrk="1" hangingPunct="1">
              <a:defRPr/>
            </a:pPr>
            <a:r>
              <a:rPr lang="en-US" altLang="zh-CN" sz="3600" dirty="0">
                <a:latin typeface="黑体" panose="02010609060101010101" pitchFamily="49" charset="-122"/>
                <a:ea typeface="黑体" panose="02010609060101010101" pitchFamily="49" charset="-122"/>
              </a:rPr>
              <a:t>6. </a:t>
            </a:r>
            <a:r>
              <a:rPr lang="zh-CN" altLang="en-US" sz="3600" dirty="0">
                <a:latin typeface="黑体" panose="02010609060101010101" pitchFamily="49" charset="-122"/>
                <a:ea typeface="黑体" panose="02010609060101010101" pitchFamily="49" charset="-122"/>
              </a:rPr>
              <a:t>实验室机架</a:t>
            </a:r>
            <a:endParaRPr lang="zh-CN" altLang="en-US" sz="3600" dirty="0">
              <a:latin typeface="黑体" panose="02010609060101010101" pitchFamily="49" charset="-122"/>
              <a:ea typeface="黑体" panose="02010609060101010101" pitchFamily="49" charset="-122"/>
            </a:endParaRPr>
          </a:p>
        </p:txBody>
      </p:sp>
      <p:sp>
        <p:nvSpPr>
          <p:cNvPr id="20483" name="Rectangle 3"/>
          <p:cNvSpPr>
            <a:spLocks noGrp="1" noChangeArrowheads="1"/>
          </p:cNvSpPr>
          <p:nvPr>
            <p:ph type="body" idx="1"/>
          </p:nvPr>
        </p:nvSpPr>
        <p:spPr>
          <a:xfrm>
            <a:off x="720000" y="1612800"/>
            <a:ext cx="10753200" cy="46005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六组机架</a:t>
            </a:r>
            <a:r>
              <a:rPr lang="en-US" altLang="zh-CN" dirty="0">
                <a:latin typeface="FangSong" panose="02010609060101010101" pitchFamily="49" charset="-122"/>
                <a:ea typeface="FangSong" panose="02010609060101010101" pitchFamily="49" charset="-122"/>
              </a:rPr>
              <a:t>:</a:t>
            </a:r>
            <a:endParaRPr lang="en-US" altLang="zh-CN" dirty="0">
              <a:latin typeface="FangSong" panose="02010609060101010101" pitchFamily="49" charset="-122"/>
              <a:ea typeface="FangSong"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路由器：</a:t>
            </a:r>
            <a:r>
              <a:rPr lang="en-US" altLang="zh-CN" dirty="0">
                <a:latin typeface="KaiTi" panose="02010609060101010101" pitchFamily="49" charset="-122"/>
                <a:ea typeface="KaiTi" panose="02010609060101010101" pitchFamily="49" charset="-122"/>
              </a:rPr>
              <a:t>4 * R4221</a:t>
            </a:r>
            <a:endParaRPr lang="en-US" altLang="zh-CN"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交换机：</a:t>
            </a:r>
            <a:r>
              <a:rPr lang="en-US" altLang="zh-CN" dirty="0">
                <a:latin typeface="KaiTi" panose="02010609060101010101" pitchFamily="49" charset="-122"/>
                <a:ea typeface="KaiTi" panose="02010609060101010101" pitchFamily="49" charset="-122"/>
              </a:rPr>
              <a:t>2 * C2960XR + 2 * C9200L</a:t>
            </a:r>
            <a:endParaRPr lang="en-US" altLang="zh-CN"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en-US" altLang="zh-CN" dirty="0">
                <a:latin typeface="KaiTi" panose="02010609060101010101" pitchFamily="49" charset="-122"/>
                <a:ea typeface="KaiTi" panose="02010609060101010101" pitchFamily="49" charset="-122"/>
              </a:rPr>
              <a:t>4 * PC (</a:t>
            </a:r>
            <a:r>
              <a:rPr lang="zh-CN" altLang="en-US" dirty="0">
                <a:latin typeface="KaiTi" panose="02010609060101010101" pitchFamily="49" charset="-122"/>
                <a:ea typeface="KaiTi" panose="02010609060101010101" pitchFamily="49" charset="-122"/>
              </a:rPr>
              <a:t>双网卡、双</a:t>
            </a:r>
            <a:r>
              <a:rPr lang="en-US" altLang="zh-CN" dirty="0">
                <a:latin typeface="KaiTi" panose="02010609060101010101" pitchFamily="49" charset="-122"/>
                <a:ea typeface="KaiTi" panose="02010609060101010101" pitchFamily="49" charset="-122"/>
              </a:rPr>
              <a:t>COM</a:t>
            </a:r>
            <a:r>
              <a:rPr lang="zh-CN" altLang="en-US" dirty="0">
                <a:latin typeface="KaiTi" panose="02010609060101010101" pitchFamily="49" charset="-122"/>
                <a:ea typeface="KaiTi" panose="02010609060101010101" pitchFamily="49" charset="-122"/>
              </a:rPr>
              <a:t>口</a:t>
            </a:r>
            <a:r>
              <a:rPr lang="en-US" altLang="zh-CN" dirty="0">
                <a:latin typeface="KaiTi" panose="02010609060101010101" pitchFamily="49" charset="-122"/>
                <a:ea typeface="KaiTi" panose="02010609060101010101" pitchFamily="49" charset="-122"/>
              </a:rPr>
              <a:t>)</a:t>
            </a:r>
            <a:endParaRPr lang="en-US" altLang="zh-CN" dirty="0">
              <a:latin typeface="KaiTi" panose="02010609060101010101" pitchFamily="49" charset="-122"/>
              <a:ea typeface="KaiTi" panose="02010609060101010101" pitchFamily="49" charset="-122"/>
            </a:endParaRPr>
          </a:p>
          <a:p>
            <a:pPr lvl="2">
              <a:defRPr/>
            </a:pPr>
            <a:r>
              <a:rPr lang="zh-CN" altLang="en-US" i="1" dirty="0">
                <a:solidFill>
                  <a:srgbClr val="FF0000"/>
                </a:solidFill>
                <a:ea typeface="FangSong" panose="02010609060101010101" pitchFamily="49" charset="-122"/>
                <a:cs typeface="FangSong" panose="02010609060101010101" pitchFamily="49" charset="-122"/>
              </a:rPr>
              <a:t>实验使用的是内网网卡！</a:t>
            </a:r>
            <a:r>
              <a:rPr lang="en-US" altLang="zh-CN" i="1" dirty="0">
                <a:solidFill>
                  <a:srgbClr val="FF0000"/>
                </a:solidFill>
                <a:ea typeface="FangSong" panose="02010609060101010101" pitchFamily="49" charset="-122"/>
                <a:cs typeface="FangSong" panose="02010609060101010101" pitchFamily="49" charset="-122"/>
              </a:rPr>
              <a:t>(</a:t>
            </a:r>
            <a:r>
              <a:rPr lang="zh-CN" altLang="en-US" i="1" dirty="0">
                <a:solidFill>
                  <a:srgbClr val="FF0000"/>
                </a:solidFill>
                <a:ea typeface="FangSong" panose="02010609060101010101" pitchFamily="49" charset="-122"/>
                <a:cs typeface="FangSong" panose="02010609060101010101" pitchFamily="49" charset="-122"/>
              </a:rPr>
              <a:t>测试连通性时请将外网网卡禁用</a:t>
            </a:r>
            <a:r>
              <a:rPr lang="en-US" altLang="zh-CN" i="1" dirty="0">
                <a:solidFill>
                  <a:srgbClr val="FF0000"/>
                </a:solidFill>
                <a:ea typeface="FangSong" panose="02010609060101010101" pitchFamily="49" charset="-122"/>
                <a:cs typeface="FangSong" panose="02010609060101010101" pitchFamily="49" charset="-122"/>
              </a:rPr>
              <a:t>)</a:t>
            </a:r>
            <a:endParaRPr lang="en-US" altLang="zh-CN" i="1" dirty="0">
              <a:solidFill>
                <a:srgbClr val="FF0000"/>
              </a:solidFill>
              <a:ea typeface="FangSong" panose="02010609060101010101" pitchFamily="49" charset="-122"/>
              <a:cs typeface="FangSong"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连接方法</a:t>
            </a:r>
            <a:r>
              <a:rPr lang="en-US" altLang="zh-CN" dirty="0">
                <a:latin typeface="FangSong" panose="02010609060101010101" pitchFamily="49" charset="-122"/>
                <a:ea typeface="FangSong" panose="02010609060101010101" pitchFamily="49" charset="-122"/>
              </a:rPr>
              <a:t>:</a:t>
            </a:r>
            <a:endParaRPr lang="en-US" altLang="zh-CN" dirty="0">
              <a:latin typeface="FangSong" panose="02010609060101010101" pitchFamily="49" charset="-122"/>
              <a:ea typeface="FangSong"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以太网连接</a:t>
            </a:r>
            <a:endParaRPr lang="en-US" altLang="zh-CN"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控制连接</a:t>
            </a:r>
            <a:endParaRPr lang="en-US" altLang="zh-CN" dirty="0">
              <a:latin typeface="KaiTi" panose="02010609060101010101" pitchFamily="49" charset="-122"/>
              <a:ea typeface="KaiTi"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4"/>
          <p:cNvSpPr>
            <a:spLocks noGrp="1" noChangeArrowheads="1"/>
          </p:cNvSpPr>
          <p:nvPr>
            <p:ph type="ctrTitle"/>
          </p:nvPr>
        </p:nvSpPr>
        <p:spPr>
          <a:xfrm>
            <a:off x="0" y="2671763"/>
            <a:ext cx="6083300" cy="830262"/>
          </a:xfrm>
        </p:spPr>
        <p:txBody>
          <a:bodyPr/>
          <a:lstStyle/>
          <a:p>
            <a:pPr algn="ctr" eaLnBrk="1" hangingPunct="1"/>
            <a:r>
              <a:rPr lang="zh-CN" altLang="en-US" sz="2800" dirty="0">
                <a:latin typeface="黑体" panose="02010609060101010101" pitchFamily="49" charset="-122"/>
                <a:ea typeface="黑体" panose="02010609060101010101" pitchFamily="49" charset="-122"/>
              </a:rPr>
              <a:t>二、基本技能 </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20000" y="360000"/>
            <a:ext cx="10753200" cy="838200"/>
          </a:xfrm>
        </p:spPr>
        <p:txBody>
          <a:bodyPr/>
          <a:lstStyle/>
          <a:p>
            <a:pPr eaLnBrk="1" hangingPunct="1">
              <a:defRPr/>
            </a:pPr>
            <a:r>
              <a:rPr lang="zh-CN" altLang="en-US" sz="3600" dirty="0">
                <a:latin typeface="黑体" panose="02010609060101010101" pitchFamily="49" charset="-122"/>
                <a:ea typeface="黑体" panose="02010609060101010101" pitchFamily="49" charset="-122"/>
              </a:rPr>
              <a:t>内容与任务</a:t>
            </a:r>
            <a:endParaRPr lang="zh-CN" altLang="en-US" sz="3600" dirty="0">
              <a:latin typeface="黑体" panose="02010609060101010101" pitchFamily="49" charset="-122"/>
              <a:ea typeface="黑体" panose="02010609060101010101" pitchFamily="49" charset="-122"/>
            </a:endParaRPr>
          </a:p>
        </p:txBody>
      </p:sp>
      <p:sp>
        <p:nvSpPr>
          <p:cNvPr id="22531" name="内容占位符 3"/>
          <p:cNvSpPr>
            <a:spLocks noGrp="1"/>
          </p:cNvSpPr>
          <p:nvPr>
            <p:ph idx="1"/>
          </p:nvPr>
        </p:nvSpPr>
        <p:spPr>
          <a:xfrm>
            <a:off x="720000" y="1612800"/>
            <a:ext cx="10753200" cy="4416939"/>
          </a:xfrm>
        </p:spPr>
        <p:txBody>
          <a:bodyPr/>
          <a:lstStyle/>
          <a:p>
            <a:pPr marL="381000" indent="-381000" defTabSz="814070" eaLnBrk="1" hangingPunct="1">
              <a:lnSpc>
                <a:spcPct val="100000"/>
              </a:lnSpc>
              <a:defRPr/>
            </a:pPr>
            <a:r>
              <a:rPr lang="zh-CN" altLang="zh-CN" dirty="0">
                <a:latin typeface="FangSong" panose="02010609060101010101" pitchFamily="49" charset="-122"/>
                <a:ea typeface="FangSong" panose="02010609060101010101" pitchFamily="49" charset="-122"/>
              </a:rPr>
              <a:t>就三台路由器连成的拓扑结构，完成所使用线缆的数量与类型的规划工作</a:t>
            </a:r>
            <a:endParaRPr lang="zh-CN" altLang="en-US" dirty="0">
              <a:latin typeface="FangSong" panose="02010609060101010101" pitchFamily="49" charset="-122"/>
              <a:ea typeface="FangSong" panose="02010609060101010101" pitchFamily="49" charset="-122"/>
            </a:endParaRPr>
          </a:p>
        </p:txBody>
      </p:sp>
      <p:sp>
        <p:nvSpPr>
          <p:cNvPr id="2" name="Rectangle 5"/>
          <p:cNvSpPr>
            <a:spLocks noChangeArrowheads="1"/>
          </p:cNvSpPr>
          <p:nvPr/>
        </p:nvSpPr>
        <p:spPr bwMode="auto">
          <a:xfrm>
            <a:off x="6003635" y="251567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sp>
        <p:nvSpPr>
          <p:cNvPr id="22533" name="Rectangle 8"/>
          <p:cNvSpPr>
            <a:spLocks noChangeArrowheads="1"/>
          </p:cNvSpPr>
          <p:nvPr/>
        </p:nvSpPr>
        <p:spPr bwMode="auto">
          <a:xfrm>
            <a:off x="8141998" y="36158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lvl1pPr algn="ctr">
              <a:lnSpc>
                <a:spcPct val="90000"/>
              </a:lnSpc>
              <a:defRPr sz="2400">
                <a:solidFill>
                  <a:schemeClr val="tx1"/>
                </a:solidFill>
                <a:latin typeface="Arial" panose="020B0604020202090204" pitchFamily="34" charset="0"/>
              </a:defRPr>
            </a:lvl1pPr>
            <a:lvl2pPr marL="742950" indent="-285750" algn="ctr">
              <a:lnSpc>
                <a:spcPct val="90000"/>
              </a:lnSpc>
              <a:defRPr sz="2400">
                <a:solidFill>
                  <a:schemeClr val="tx1"/>
                </a:solidFill>
                <a:latin typeface="Arial" panose="020B0604020202090204" pitchFamily="34" charset="0"/>
              </a:defRPr>
            </a:lvl2pPr>
            <a:lvl3pPr marL="1143000" indent="-228600" algn="ctr">
              <a:lnSpc>
                <a:spcPct val="90000"/>
              </a:lnSpc>
              <a:defRPr sz="2400">
                <a:solidFill>
                  <a:schemeClr val="tx1"/>
                </a:solidFill>
                <a:latin typeface="Arial" panose="020B0604020202090204" pitchFamily="34" charset="0"/>
              </a:defRPr>
            </a:lvl3pPr>
            <a:lvl4pPr marL="1600200" indent="-228600" algn="ctr">
              <a:lnSpc>
                <a:spcPct val="90000"/>
              </a:lnSpc>
              <a:defRPr sz="2400">
                <a:solidFill>
                  <a:schemeClr val="tx1"/>
                </a:solidFill>
                <a:latin typeface="Arial" panose="020B0604020202090204" pitchFamily="34" charset="0"/>
              </a:defRPr>
            </a:lvl4pPr>
            <a:lvl5pPr marL="2057400" indent="-228600" algn="ctr">
              <a:lnSpc>
                <a:spcPct val="90000"/>
              </a:lnSpc>
              <a:defRPr sz="2400">
                <a:solidFill>
                  <a:schemeClr val="tx1"/>
                </a:solidFill>
                <a:latin typeface="Arial" panose="020B0604020202090204" pitchFamily="34" charset="0"/>
              </a:defRPr>
            </a:lvl5pPr>
            <a:lvl6pPr marL="2514600" indent="-228600" algn="ctr" eaLnBrk="0" fontAlgn="base" hangingPunct="0">
              <a:lnSpc>
                <a:spcPct val="90000"/>
              </a:lnSpc>
              <a:spcBef>
                <a:spcPct val="0"/>
              </a:spcBef>
              <a:spcAft>
                <a:spcPct val="0"/>
              </a:spcAft>
              <a:defRPr sz="2400">
                <a:solidFill>
                  <a:schemeClr val="tx1"/>
                </a:solidFill>
                <a:latin typeface="Arial" panose="020B0604020202090204" pitchFamily="34" charset="0"/>
              </a:defRPr>
            </a:lvl6pPr>
            <a:lvl7pPr marL="2971800" indent="-228600" algn="ctr" eaLnBrk="0" fontAlgn="base" hangingPunct="0">
              <a:lnSpc>
                <a:spcPct val="90000"/>
              </a:lnSpc>
              <a:spcBef>
                <a:spcPct val="0"/>
              </a:spcBef>
              <a:spcAft>
                <a:spcPct val="0"/>
              </a:spcAft>
              <a:defRPr sz="2400">
                <a:solidFill>
                  <a:schemeClr val="tx1"/>
                </a:solidFill>
                <a:latin typeface="Arial" panose="020B0604020202090204" pitchFamily="34" charset="0"/>
              </a:defRPr>
            </a:lvl7pPr>
            <a:lvl8pPr marL="3429000" indent="-228600" algn="ctr" eaLnBrk="0" fontAlgn="base" hangingPunct="0">
              <a:lnSpc>
                <a:spcPct val="90000"/>
              </a:lnSpc>
              <a:spcBef>
                <a:spcPct val="0"/>
              </a:spcBef>
              <a:spcAft>
                <a:spcPct val="0"/>
              </a:spcAft>
              <a:defRPr sz="2400">
                <a:solidFill>
                  <a:schemeClr val="tx1"/>
                </a:solidFill>
                <a:latin typeface="Arial" panose="020B0604020202090204" pitchFamily="34" charset="0"/>
              </a:defRPr>
            </a:lvl8pPr>
            <a:lvl9pPr marL="3886200" indent="-228600" algn="ctr" eaLnBrk="0" fontAlgn="base" hangingPunct="0">
              <a:lnSpc>
                <a:spcPct val="90000"/>
              </a:lnSpc>
              <a:spcBef>
                <a:spcPct val="0"/>
              </a:spcBef>
              <a:spcAft>
                <a:spcPct val="0"/>
              </a:spcAft>
              <a:defRPr sz="2400">
                <a:solidFill>
                  <a:schemeClr val="tx1"/>
                </a:solidFill>
                <a:latin typeface="Arial" panose="020B0604020202090204" pitchFamily="34" charset="0"/>
              </a:defRPr>
            </a:lvl9pPr>
          </a:lstStyle>
          <a:p>
            <a:pPr>
              <a:defRPr/>
            </a:pPr>
            <a:endParaRPr lang="zh-CN" altLang="en-US" sz="2000" b="1">
              <a:solidFill>
                <a:schemeClr val="bg1"/>
              </a:solidFill>
              <a:latin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996565" y="2858135"/>
            <a:ext cx="6200775" cy="31718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eaLnBrk="1" hangingPunct="1">
              <a:defRPr/>
            </a:pPr>
            <a:r>
              <a:rPr lang="zh-CN" altLang="en-US" sz="3600" dirty="0">
                <a:latin typeface="黑体" panose="02010609060101010101" pitchFamily="49" charset="-122"/>
                <a:ea typeface="黑体" panose="02010609060101010101" pitchFamily="49" charset="-122"/>
              </a:rPr>
              <a:t>实验室物理连接</a:t>
            </a:r>
            <a:endParaRPr lang="zh-CN" altLang="en-US" sz="3600" dirty="0">
              <a:latin typeface="黑体" panose="02010609060101010101" pitchFamily="49" charset="-122"/>
              <a:ea typeface="黑体" panose="02010609060101010101" pitchFamily="49" charset="-122"/>
            </a:endParaRPr>
          </a:p>
        </p:txBody>
      </p:sp>
      <p:pic>
        <p:nvPicPr>
          <p:cNvPr id="6" name="内容占位符 5"/>
          <p:cNvPicPr>
            <a:picLocks noChangeAspect="1"/>
          </p:cNvPicPr>
          <p:nvPr>
            <p:ph idx="1"/>
          </p:nvPr>
        </p:nvPicPr>
        <p:blipFill>
          <a:blip r:embed="rId1"/>
          <a:stretch>
            <a:fillRect/>
          </a:stretch>
        </p:blipFill>
        <p:spPr>
          <a:xfrm>
            <a:off x="874395" y="2094230"/>
            <a:ext cx="10587355" cy="31838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720000" y="360000"/>
            <a:ext cx="10753200" cy="838200"/>
          </a:xfrm>
        </p:spPr>
        <p:txBody>
          <a:bodyPr/>
          <a:lstStyle/>
          <a:p>
            <a:pPr eaLnBrk="1" hangingPunct="1">
              <a:defRPr/>
            </a:pPr>
            <a:r>
              <a:rPr lang="zh-CN" altLang="en-US" sz="3600" dirty="0">
                <a:latin typeface="黑体" panose="02010609060101010101" pitchFamily="49" charset="-122"/>
                <a:ea typeface="黑体" panose="02010609060101010101" pitchFamily="49" charset="-122"/>
              </a:rPr>
              <a:t>规划</a:t>
            </a:r>
            <a:r>
              <a:rPr lang="en-US" altLang="zh-CN" sz="3600" dirty="0">
                <a:latin typeface="黑体" panose="02010609060101010101" pitchFamily="49" charset="-122"/>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一</a:t>
            </a:r>
            <a:r>
              <a:rPr lang="en-US" altLang="zh-CN" sz="3600" dirty="0">
                <a:latin typeface="黑体" panose="02010609060101010101" pitchFamily="49" charset="-122"/>
                <a:ea typeface="黑体" panose="02010609060101010101" pitchFamily="49" charset="-122"/>
              </a:rPr>
              <a:t>)</a:t>
            </a:r>
            <a:endParaRPr lang="zh-CN" altLang="en-US" sz="3600" dirty="0">
              <a:latin typeface="黑体" panose="02010609060101010101" pitchFamily="49" charset="-122"/>
              <a:ea typeface="黑体" panose="02010609060101010101" pitchFamily="49" charset="-122"/>
            </a:endParaRPr>
          </a:p>
        </p:txBody>
      </p:sp>
      <p:sp>
        <p:nvSpPr>
          <p:cNvPr id="2" name="Rectangle 6"/>
          <p:cNvSpPr>
            <a:spLocks noChangeArrowheads="1"/>
          </p:cNvSpPr>
          <p:nvPr/>
        </p:nvSpPr>
        <p:spPr bwMode="auto">
          <a:xfrm>
            <a:off x="6003635" y="27813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sp>
        <p:nvSpPr>
          <p:cNvPr id="23555" name="Rectangle 10"/>
          <p:cNvSpPr>
            <a:spLocks noChangeArrowheads="1"/>
          </p:cNvSpPr>
          <p:nvPr/>
        </p:nvSpPr>
        <p:spPr bwMode="auto">
          <a:xfrm>
            <a:off x="6003635" y="27813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sp>
        <p:nvSpPr>
          <p:cNvPr id="23556" name="Rectangle 15"/>
          <p:cNvSpPr>
            <a:spLocks noChangeArrowheads="1"/>
          </p:cNvSpPr>
          <p:nvPr/>
        </p:nvSpPr>
        <p:spPr bwMode="auto">
          <a:xfrm>
            <a:off x="6003635" y="27813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pic>
        <p:nvPicPr>
          <p:cNvPr id="2355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51652" y="1612800"/>
            <a:ext cx="7570788"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720000" y="360000"/>
            <a:ext cx="10753200" cy="838800"/>
          </a:xfrm>
        </p:spPr>
        <p:txBody>
          <a:bodyPr/>
          <a:lstStyle/>
          <a:p>
            <a:pPr>
              <a:defRPr/>
            </a:pPr>
            <a:r>
              <a:rPr lang="zh-CN" altLang="en-US" sz="3600" dirty="0">
                <a:latin typeface="SimHei" panose="02010609060101010101" pitchFamily="49" charset="-122"/>
                <a:ea typeface="SimHei" panose="02010609060101010101" pitchFamily="49" charset="-122"/>
              </a:rPr>
              <a:t>规划</a:t>
            </a:r>
            <a:r>
              <a:rPr lang="en-US" altLang="zh-CN" sz="3600" dirty="0">
                <a:latin typeface="SimHei" panose="02010609060101010101" pitchFamily="49" charset="-122"/>
                <a:ea typeface="SimHei" panose="02010609060101010101" pitchFamily="49" charset="-122"/>
              </a:rPr>
              <a:t>(</a:t>
            </a:r>
            <a:r>
              <a:rPr lang="zh-CN" altLang="en-US" sz="3600" dirty="0">
                <a:latin typeface="SimHei" panose="02010609060101010101" pitchFamily="49" charset="-122"/>
                <a:ea typeface="SimHei" panose="02010609060101010101" pitchFamily="49" charset="-122"/>
              </a:rPr>
              <a:t>二</a:t>
            </a:r>
            <a:r>
              <a:rPr lang="en-US" altLang="zh-CN" sz="3600" dirty="0">
                <a:latin typeface="SimHei" panose="02010609060101010101" pitchFamily="49" charset="-122"/>
                <a:ea typeface="SimHei" panose="02010609060101010101" pitchFamily="49" charset="-122"/>
              </a:rPr>
              <a:t>)</a:t>
            </a:r>
            <a:endParaRPr lang="zh-CN" altLang="en-US" sz="3600" dirty="0">
              <a:latin typeface="SimHei" panose="02010609060101010101" pitchFamily="49" charset="-122"/>
              <a:ea typeface="SimHei" panose="02010609060101010101" pitchFamily="49" charset="-122"/>
            </a:endParaRPr>
          </a:p>
        </p:txBody>
      </p:sp>
      <p:pic>
        <p:nvPicPr>
          <p:cNvPr id="2"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320731" y="1619426"/>
            <a:ext cx="7551738"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ctrTitle"/>
          </p:nvPr>
        </p:nvSpPr>
        <p:spPr>
          <a:xfrm>
            <a:off x="0" y="2676526"/>
            <a:ext cx="6096000" cy="830263"/>
          </a:xfrm>
        </p:spPr>
        <p:txBody>
          <a:bodyPr/>
          <a:lstStyle/>
          <a:p>
            <a:pPr algn="ctr" eaLnBrk="1" hangingPunct="1"/>
            <a:r>
              <a:rPr lang="zh-CN" altLang="en-US" sz="2800" dirty="0">
                <a:latin typeface="黑体" panose="02010609060101010101" pitchFamily="49" charset="-122"/>
                <a:ea typeface="黑体" panose="02010609060101010101" pitchFamily="49" charset="-122"/>
              </a:rPr>
              <a:t>配置与操作要点 </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20000" y="360000"/>
            <a:ext cx="10753200" cy="838200"/>
          </a:xfrm>
        </p:spPr>
        <p:txBody>
          <a:bodyPr/>
          <a:lstStyle/>
          <a:p>
            <a:pPr eaLnBrk="1" hangingPunct="1">
              <a:defRPr/>
            </a:pPr>
            <a:r>
              <a:rPr lang="zh-CN" altLang="en-US" sz="3600" dirty="0">
                <a:latin typeface="黑体" panose="02010609060101010101" pitchFamily="49" charset="-122"/>
                <a:ea typeface="黑体" panose="02010609060101010101" pitchFamily="49" charset="-122"/>
              </a:rPr>
              <a:t>线缆选择与连接</a:t>
            </a:r>
            <a:endParaRPr lang="zh-CN" altLang="en-US" sz="3600" dirty="0">
              <a:latin typeface="黑体" panose="02010609060101010101" pitchFamily="49" charset="-122"/>
              <a:ea typeface="黑体" panose="02010609060101010101" pitchFamily="49" charset="-122"/>
            </a:endParaRPr>
          </a:p>
        </p:txBody>
      </p:sp>
      <p:sp>
        <p:nvSpPr>
          <p:cNvPr id="28675" name="内容占位符 3"/>
          <p:cNvSpPr>
            <a:spLocks noGrp="1"/>
          </p:cNvSpPr>
          <p:nvPr>
            <p:ph idx="1"/>
          </p:nvPr>
        </p:nvSpPr>
        <p:spPr>
          <a:xfrm>
            <a:off x="719999" y="1612800"/>
            <a:ext cx="10753200" cy="35718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线缆类型与数量</a:t>
            </a:r>
            <a:endParaRPr lang="en-US" altLang="zh-CN" dirty="0">
              <a:latin typeface="FangSong" panose="02010609060101010101" pitchFamily="49" charset="-122"/>
              <a:ea typeface="FangSong"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控制线 </a:t>
            </a:r>
            <a:r>
              <a:rPr lang="en-US" altLang="zh-CN" dirty="0">
                <a:latin typeface="KaiTi" panose="02010609060101010101" pitchFamily="49" charset="-122"/>
                <a:ea typeface="KaiTi" panose="02010609060101010101" pitchFamily="49" charset="-122"/>
              </a:rPr>
              <a:t>* 3</a:t>
            </a:r>
            <a:endParaRPr lang="en-US" altLang="zh-CN"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直通双绞线 </a:t>
            </a:r>
            <a:r>
              <a:rPr lang="en-US" altLang="zh-CN" dirty="0">
                <a:latin typeface="KaiTi" panose="02010609060101010101" pitchFamily="49" charset="-122"/>
                <a:ea typeface="KaiTi" panose="02010609060101010101" pitchFamily="49" charset="-122"/>
              </a:rPr>
              <a:t>* 6</a:t>
            </a:r>
            <a:endParaRPr lang="en-US" altLang="zh-CN"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短串行线 </a:t>
            </a:r>
            <a:r>
              <a:rPr lang="en-US" altLang="zh-CN" dirty="0">
                <a:latin typeface="KaiTi" panose="02010609060101010101" pitchFamily="49" charset="-122"/>
                <a:ea typeface="KaiTi" panose="02010609060101010101" pitchFamily="49" charset="-122"/>
              </a:rPr>
              <a:t>* 2(</a:t>
            </a:r>
            <a:r>
              <a:rPr lang="zh-CN" altLang="en-US" dirty="0">
                <a:latin typeface="KaiTi" panose="02010609060101010101" pitchFamily="49" charset="-122"/>
                <a:ea typeface="KaiTi" panose="02010609060101010101" pitchFamily="49" charset="-122"/>
              </a:rPr>
              <a:t>注意</a:t>
            </a:r>
            <a:r>
              <a:rPr lang="en-US" altLang="zh-CN" dirty="0">
                <a:latin typeface="KaiTi" panose="02010609060101010101" pitchFamily="49" charset="-122"/>
                <a:ea typeface="KaiTi" panose="02010609060101010101" pitchFamily="49" charset="-122"/>
              </a:rPr>
              <a:t>DTE</a:t>
            </a:r>
            <a:r>
              <a:rPr lang="zh-CN" altLang="en-US" dirty="0">
                <a:latin typeface="KaiTi" panose="02010609060101010101" pitchFamily="49" charset="-122"/>
                <a:ea typeface="KaiTi" panose="02010609060101010101" pitchFamily="49" charset="-122"/>
              </a:rPr>
              <a:t>与</a:t>
            </a:r>
            <a:r>
              <a:rPr lang="en-US" altLang="zh-CN" dirty="0">
                <a:latin typeface="KaiTi" panose="02010609060101010101" pitchFamily="49" charset="-122"/>
                <a:ea typeface="KaiTi" panose="02010609060101010101" pitchFamily="49" charset="-122"/>
              </a:rPr>
              <a:t>DCE</a:t>
            </a:r>
            <a:r>
              <a:rPr lang="zh-CN" altLang="en-US" dirty="0">
                <a:latin typeface="KaiTi" panose="02010609060101010101" pitchFamily="49" charset="-122"/>
                <a:ea typeface="KaiTi" panose="02010609060101010101" pitchFamily="49" charset="-122"/>
              </a:rPr>
              <a:t>的区别</a:t>
            </a:r>
            <a:r>
              <a:rPr lang="en-US" altLang="zh-CN"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
        <p:nvSpPr>
          <p:cNvPr id="2" name="Rectangle 5"/>
          <p:cNvSpPr>
            <a:spLocks noChangeArrowheads="1"/>
          </p:cNvSpPr>
          <p:nvPr/>
        </p:nvSpPr>
        <p:spPr bwMode="auto">
          <a:xfrm>
            <a:off x="6003635" y="251567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pic>
        <p:nvPicPr>
          <p:cNvPr id="3" name="图片 2"/>
          <p:cNvPicPr>
            <a:picLocks noChangeAspect="1"/>
          </p:cNvPicPr>
          <p:nvPr/>
        </p:nvPicPr>
        <p:blipFill>
          <a:blip r:embed="rId1"/>
          <a:stretch>
            <a:fillRect/>
          </a:stretch>
        </p:blipFill>
        <p:spPr>
          <a:xfrm>
            <a:off x="2995295" y="3373755"/>
            <a:ext cx="6200775" cy="31718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20000" y="360000"/>
            <a:ext cx="10753200" cy="838200"/>
          </a:xfrm>
        </p:spPr>
        <p:txBody>
          <a:bodyPr/>
          <a:lstStyle/>
          <a:p>
            <a:pPr eaLnBrk="1" hangingPunct="1">
              <a:defRPr/>
            </a:pPr>
            <a:r>
              <a:rPr lang="zh-CN" altLang="en-US" sz="3600" dirty="0">
                <a:latin typeface="黑体" panose="02010609060101010101" pitchFamily="49" charset="-122"/>
                <a:ea typeface="黑体" panose="02010609060101010101" pitchFamily="49" charset="-122"/>
              </a:rPr>
              <a:t>全局简单配置与验证</a:t>
            </a:r>
            <a:endParaRPr lang="zh-CN" altLang="en-US" sz="3600" dirty="0">
              <a:latin typeface="黑体" panose="02010609060101010101" pitchFamily="49" charset="-122"/>
              <a:ea typeface="黑体" panose="02010609060101010101" pitchFamily="49" charset="-122"/>
            </a:endParaRPr>
          </a:p>
        </p:txBody>
      </p:sp>
      <p:sp>
        <p:nvSpPr>
          <p:cNvPr id="29699" name="内容占位符 3"/>
          <p:cNvSpPr>
            <a:spLocks noGrp="1"/>
          </p:cNvSpPr>
          <p:nvPr>
            <p:ph idx="1"/>
          </p:nvPr>
        </p:nvSpPr>
        <p:spPr>
          <a:xfrm>
            <a:off x="874186" y="1612800"/>
            <a:ext cx="5460354" cy="35718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修改主机名：</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Ø"/>
              <a:defRPr/>
            </a:pPr>
            <a:r>
              <a:rPr lang="en-US" altLang="zh-CN" kern="1200" dirty="0">
                <a:latin typeface="KaiTi" panose="02010609060101010101" pitchFamily="49" charset="-122"/>
                <a:ea typeface="KaiTi" panose="02010609060101010101" pitchFamily="49" charset="-122"/>
                <a:cs typeface="+mn-cs"/>
              </a:rPr>
              <a:t>hostname R1</a:t>
            </a:r>
            <a:endParaRPr lang="en-US" altLang="zh-CN" kern="1200" dirty="0">
              <a:latin typeface="KaiTi" panose="02010609060101010101" pitchFamily="49" charset="-122"/>
              <a:ea typeface="KaiTi" panose="02010609060101010101" pitchFamily="49" charset="-122"/>
              <a:cs typeface="+mn-cs"/>
            </a:endParaRPr>
          </a:p>
          <a:p>
            <a:pPr>
              <a:buFont typeface="Wingdings" panose="05000000000000000000" pitchFamily="2" charset="2"/>
              <a:buChar char="§"/>
              <a:defRPr/>
            </a:pPr>
            <a:r>
              <a:rPr lang="zh-CN" altLang="en-US" dirty="0">
                <a:ea typeface="FangSong" panose="02010609060101010101" pitchFamily="49" charset="-122"/>
                <a:cs typeface="FangSong" panose="02010609060101010101" pitchFamily="49" charset="-122"/>
              </a:rPr>
              <a:t>设置特权密码：</a:t>
            </a:r>
            <a:r>
              <a:rPr lang="en-US" altLang="zh-CN" dirty="0">
                <a:ea typeface="FangSong" panose="02010609060101010101" pitchFamily="49" charset="-122"/>
                <a:cs typeface="FangSong" panose="02010609060101010101" pitchFamily="49" charset="-122"/>
              </a:rPr>
              <a:t>	</a:t>
            </a:r>
            <a:endParaRPr lang="en-US" altLang="zh-CN" dirty="0">
              <a:ea typeface="FangSong" panose="02010609060101010101" pitchFamily="49" charset="-122"/>
              <a:cs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Ø"/>
              <a:defRPr/>
            </a:pPr>
            <a:r>
              <a:rPr lang="en-US" altLang="zh-CN" kern="1200" dirty="0">
                <a:latin typeface="KaiTi" panose="02010609060101010101" pitchFamily="49" charset="-122"/>
                <a:ea typeface="KaiTi" panose="02010609060101010101" pitchFamily="49" charset="-122"/>
                <a:cs typeface="+mn-cs"/>
              </a:rPr>
              <a:t>enable password </a:t>
            </a:r>
            <a:r>
              <a:rPr lang="en-US" altLang="zh-CN" i="1" kern="1200" dirty="0">
                <a:solidFill>
                  <a:srgbClr val="0070C0"/>
                </a:solidFill>
                <a:latin typeface="KaiTi" panose="02010609060101010101" pitchFamily="49" charset="-122"/>
                <a:ea typeface="KaiTi" panose="02010609060101010101" pitchFamily="49" charset="-122"/>
                <a:cs typeface="+mn-cs"/>
              </a:rPr>
              <a:t>network</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latin typeface="KaiTi" panose="02010609060101010101" pitchFamily="49" charset="-122"/>
                <a:ea typeface="KaiTi" panose="02010609060101010101" pitchFamily="49" charset="-122"/>
                <a:cs typeface="+mn-cs"/>
              </a:rPr>
              <a:t>enable secret </a:t>
            </a:r>
            <a:r>
              <a:rPr lang="en-US" altLang="zh-CN" i="1" kern="1200" dirty="0">
                <a:solidFill>
                  <a:srgbClr val="0070C0"/>
                </a:solidFill>
                <a:latin typeface="KaiTi" panose="02010609060101010101" pitchFamily="49" charset="-122"/>
                <a:ea typeface="KaiTi" panose="02010609060101010101" pitchFamily="49" charset="-122"/>
                <a:cs typeface="+mn-cs"/>
              </a:rPr>
              <a:t>network207</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ü"/>
              <a:defRPr/>
            </a:pPr>
            <a:r>
              <a:rPr lang="zh-CN" altLang="en-US" kern="1200" dirty="0">
                <a:solidFill>
                  <a:srgbClr val="FF0000"/>
                </a:solidFill>
                <a:latin typeface="KaiTi" panose="02010609060101010101" pitchFamily="49" charset="-122"/>
                <a:ea typeface="KaiTi" panose="02010609060101010101" pitchFamily="49" charset="-122"/>
                <a:cs typeface="+mn-cs"/>
              </a:rPr>
              <a:t>两个同时使用时，后者生效</a:t>
            </a:r>
            <a:endParaRPr lang="en-US" altLang="zh-CN" kern="1200" dirty="0">
              <a:solidFill>
                <a:srgbClr val="FF0000"/>
              </a:solidFill>
              <a:latin typeface="KaiTi" panose="02010609060101010101" pitchFamily="49" charset="-122"/>
              <a:ea typeface="KaiTi" panose="02010609060101010101" pitchFamily="49" charset="-122"/>
              <a:cs typeface="+mn-cs"/>
            </a:endParaRPr>
          </a:p>
        </p:txBody>
      </p:sp>
      <p:sp>
        <p:nvSpPr>
          <p:cNvPr id="2" name="Rectangle 5"/>
          <p:cNvSpPr>
            <a:spLocks noChangeArrowheads="1"/>
          </p:cNvSpPr>
          <p:nvPr/>
        </p:nvSpPr>
        <p:spPr bwMode="auto">
          <a:xfrm>
            <a:off x="6003635" y="251567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90204" pitchFamily="34" charset="0"/>
              </a:defRPr>
            </a:lvl1pPr>
            <a:lvl2pPr marL="742950" indent="-285750">
              <a:defRPr sz="2400">
                <a:solidFill>
                  <a:schemeClr val="tx1"/>
                </a:solidFill>
                <a:latin typeface="Arial" panose="020B0604020202090204" pitchFamily="34" charset="0"/>
              </a:defRPr>
            </a:lvl2pPr>
            <a:lvl3pPr marL="1143000" indent="-228600">
              <a:defRPr sz="2400">
                <a:solidFill>
                  <a:schemeClr val="tx1"/>
                </a:solidFill>
                <a:latin typeface="Arial" panose="020B0604020202090204" pitchFamily="34" charset="0"/>
              </a:defRPr>
            </a:lvl3pPr>
            <a:lvl4pPr marL="1600200" indent="-228600">
              <a:defRPr sz="2400">
                <a:solidFill>
                  <a:schemeClr val="tx1"/>
                </a:solidFill>
                <a:latin typeface="Arial" panose="020B0604020202090204" pitchFamily="34" charset="0"/>
              </a:defRPr>
            </a:lvl4pPr>
            <a:lvl5pPr marL="2057400" indent="-228600">
              <a:defRPr sz="2400">
                <a:solidFill>
                  <a:schemeClr val="tx1"/>
                </a:solidFill>
                <a:latin typeface="Arial" panose="020B0604020202090204" pitchFamily="34"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defRPr>
            </a:lvl9pPr>
          </a:lstStyle>
          <a:p>
            <a:pPr algn="ctr">
              <a:lnSpc>
                <a:spcPct val="90000"/>
              </a:lnSpc>
              <a:spcBef>
                <a:spcPct val="50000"/>
              </a:spcBef>
            </a:pPr>
            <a:endParaRPr lang="zh-CN" altLang="en-US" sz="2000" b="1">
              <a:solidFill>
                <a:schemeClr val="bg1"/>
              </a:solidFill>
              <a:latin typeface="Times New Roman" panose="02020603050405020304" pitchFamily="18" charset="0"/>
              <a:ea typeface="宋体" charset="-122"/>
            </a:endParaRPr>
          </a:p>
        </p:txBody>
      </p:sp>
      <p:sp>
        <p:nvSpPr>
          <p:cNvPr id="5" name="内容占位符 2"/>
          <p:cNvSpPr txBox="1"/>
          <p:nvPr/>
        </p:nvSpPr>
        <p:spPr bwMode="auto">
          <a:xfrm>
            <a:off x="6334539" y="1612800"/>
            <a:ext cx="5138661" cy="3571875"/>
          </a:xfrm>
          <a:prstGeom prst="rect">
            <a:avLst/>
          </a:prstGeom>
          <a:noFill/>
          <a:ln>
            <a:noFill/>
          </a:ln>
          <a:effectLst/>
        </p:spPr>
        <p:txBody>
          <a:bodyPr vert="horz" wrap="square" lIns="82124" tIns="41061" rIns="82124" bIns="41061" numCol="1" anchor="t" anchorCtr="0" compatLnSpc="1"/>
          <a:lstStyle>
            <a:lvl1pPr marL="236855" indent="-236855" algn="l" defTabSz="814070"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070"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070"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070" rtl="0" eaLnBrk="0" fontAlgn="base" hangingPunct="0">
              <a:lnSpc>
                <a:spcPct val="95000"/>
              </a:lnSpc>
              <a:spcBef>
                <a:spcPct val="35000"/>
              </a:spcBef>
              <a:spcAft>
                <a:spcPct val="0"/>
              </a:spcAft>
              <a:buClr>
                <a:srgbClr val="708CA1"/>
              </a:buClr>
              <a:defRPr sz="2000">
                <a:solidFill>
                  <a:schemeClr val="tx1"/>
                </a:solidFill>
                <a:latin typeface="+mn-lt"/>
              </a:defRPr>
            </a:lvl4pPr>
            <a:lvl5pPr marL="1605280" indent="224155" algn="l" defTabSz="814070" rtl="0" eaLnBrk="0" fontAlgn="base" hangingPunct="0">
              <a:lnSpc>
                <a:spcPct val="95000"/>
              </a:lnSpc>
              <a:spcBef>
                <a:spcPct val="35000"/>
              </a:spcBef>
              <a:spcAft>
                <a:spcPct val="0"/>
              </a:spcAft>
              <a:buClr>
                <a:srgbClr val="708CA1"/>
              </a:buClr>
              <a:defRPr sz="2000">
                <a:solidFill>
                  <a:schemeClr val="tx1"/>
                </a:solidFill>
                <a:latin typeface="+mn-lt"/>
              </a:defRPr>
            </a:lvl5pPr>
            <a:lvl6pPr marL="2062480" algn="l" defTabSz="814070" rtl="0" fontAlgn="base">
              <a:lnSpc>
                <a:spcPct val="95000"/>
              </a:lnSpc>
              <a:spcBef>
                <a:spcPct val="35000"/>
              </a:spcBef>
              <a:spcAft>
                <a:spcPct val="0"/>
              </a:spcAft>
              <a:buClr>
                <a:srgbClr val="708CA1"/>
              </a:buClr>
              <a:defRPr sz="2000">
                <a:solidFill>
                  <a:schemeClr val="tx1"/>
                </a:solidFill>
                <a:latin typeface="+mn-lt"/>
              </a:defRPr>
            </a:lvl6pPr>
            <a:lvl7pPr marL="2519680" algn="l" defTabSz="814070" rtl="0" fontAlgn="base">
              <a:lnSpc>
                <a:spcPct val="95000"/>
              </a:lnSpc>
              <a:spcBef>
                <a:spcPct val="35000"/>
              </a:spcBef>
              <a:spcAft>
                <a:spcPct val="0"/>
              </a:spcAft>
              <a:buClr>
                <a:srgbClr val="708CA1"/>
              </a:buClr>
              <a:defRPr sz="2000">
                <a:solidFill>
                  <a:schemeClr val="tx1"/>
                </a:solidFill>
                <a:latin typeface="+mn-lt"/>
              </a:defRPr>
            </a:lvl7pPr>
            <a:lvl8pPr marL="2976880" algn="l" defTabSz="814070" rtl="0" fontAlgn="base">
              <a:lnSpc>
                <a:spcPct val="95000"/>
              </a:lnSpc>
              <a:spcBef>
                <a:spcPct val="35000"/>
              </a:spcBef>
              <a:spcAft>
                <a:spcPct val="0"/>
              </a:spcAft>
              <a:buClr>
                <a:srgbClr val="708CA1"/>
              </a:buClr>
              <a:defRPr sz="2000">
                <a:solidFill>
                  <a:schemeClr val="tx1"/>
                </a:solidFill>
                <a:latin typeface="+mn-lt"/>
              </a:defRPr>
            </a:lvl8pPr>
            <a:lvl9pPr marL="3434080" algn="l" defTabSz="814070" rtl="0" fontAlgn="base">
              <a:lnSpc>
                <a:spcPct val="95000"/>
              </a:lnSpc>
              <a:spcBef>
                <a:spcPct val="35000"/>
              </a:spcBef>
              <a:spcAft>
                <a:spcPct val="0"/>
              </a:spcAft>
              <a:buClr>
                <a:srgbClr val="708CA1"/>
              </a:buClr>
              <a:defRPr sz="2000">
                <a:solidFill>
                  <a:schemeClr val="tx1"/>
                </a:solidFill>
                <a:latin typeface="+mn-lt"/>
              </a:defRPr>
            </a:lvl9p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由用户模式进入特权模式，尝试哪一个生效？</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Ø"/>
              <a:defRPr/>
            </a:pPr>
            <a:r>
              <a:rPr lang="en-US" altLang="zh-CN" dirty="0">
                <a:solidFill>
                  <a:srgbClr val="7030A0"/>
                </a:solidFill>
                <a:latin typeface="KaiTi" panose="02010609060101010101" pitchFamily="49" charset="-122"/>
                <a:ea typeface="KaiTi" panose="02010609060101010101" pitchFamily="49" charset="-122"/>
              </a:rPr>
              <a:t>R2&gt;</a:t>
            </a:r>
            <a:r>
              <a:rPr lang="en-US" altLang="zh-CN" dirty="0">
                <a:latin typeface="KaiTi" panose="02010609060101010101" pitchFamily="49" charset="-122"/>
                <a:ea typeface="KaiTi" panose="02010609060101010101" pitchFamily="49" charset="-122"/>
              </a:rPr>
              <a:t>enable </a:t>
            </a:r>
            <a:endParaRPr lang="en-US" altLang="zh-CN" dirty="0">
              <a:latin typeface="KaiTi" panose="02010609060101010101" pitchFamily="49" charset="-122"/>
              <a:ea typeface="KaiTi" panose="02010609060101010101" pitchFamily="49" charset="-122"/>
            </a:endParaRPr>
          </a:p>
          <a:p>
            <a:pPr marL="337820" lvl="1" indent="0" defTabSz="814070" eaLnBrk="1" hangingPunct="1">
              <a:lnSpc>
                <a:spcPct val="100000"/>
              </a:lnSpc>
              <a:defRPr/>
            </a:pPr>
            <a:r>
              <a:rPr lang="en-US" altLang="zh-CN" kern="0" dirty="0">
                <a:latin typeface="KaiTi" panose="02010609060101010101" pitchFamily="49" charset="-122"/>
                <a:ea typeface="KaiTi" panose="02010609060101010101" pitchFamily="49" charset="-122"/>
                <a:cs typeface="FangSong" panose="02010609060101010101" pitchFamily="49" charset="-122"/>
              </a:rPr>
              <a:t>	password: </a:t>
            </a:r>
            <a:r>
              <a:rPr lang="en-US" altLang="zh-CN" i="1" kern="0" dirty="0">
                <a:solidFill>
                  <a:srgbClr val="FF0000"/>
                </a:solidFill>
                <a:latin typeface="KaiTi" panose="02010609060101010101" pitchFamily="49" charset="-122"/>
                <a:ea typeface="KaiTi" panose="02010609060101010101" pitchFamily="49" charset="-122"/>
                <a:cs typeface="FangSong" panose="02010609060101010101" pitchFamily="49" charset="-122"/>
              </a:rPr>
              <a:t>network207</a:t>
            </a:r>
            <a:endParaRPr lang="en-US" altLang="zh-CN" i="1" kern="0" dirty="0">
              <a:solidFill>
                <a:srgbClr val="FF0000"/>
              </a:solidFill>
              <a:latin typeface="KaiTi" panose="02010609060101010101" pitchFamily="49" charset="-122"/>
              <a:ea typeface="KaiTi" panose="02010609060101010101" pitchFamily="49" charset="-122"/>
              <a:cs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Ø"/>
              <a:defRPr/>
            </a:pPr>
            <a:r>
              <a:rPr lang="en-US" altLang="zh-CN" dirty="0">
                <a:solidFill>
                  <a:srgbClr val="7030A0"/>
                </a:solidFill>
                <a:latin typeface="KaiTi" panose="02010609060101010101" pitchFamily="49" charset="-122"/>
                <a:ea typeface="KaiTi" panose="02010609060101010101" pitchFamily="49" charset="-122"/>
              </a:rPr>
              <a:t>R2#</a:t>
            </a:r>
            <a:endParaRPr lang="en-US" altLang="zh-CN" dirty="0">
              <a:solidFill>
                <a:srgbClr val="7030A0"/>
              </a:solidFill>
              <a:latin typeface="KaiTi" panose="02010609060101010101" pitchFamily="49" charset="-122"/>
              <a:ea typeface="KaiTi" panose="02010609060101010101" pitchFamily="49" charset="-122"/>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查看配置</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Ø"/>
              <a:defRPr/>
            </a:pPr>
            <a:r>
              <a:rPr lang="en-US" altLang="zh-CN" dirty="0">
                <a:solidFill>
                  <a:srgbClr val="7030A0"/>
                </a:solidFill>
                <a:latin typeface="KaiTi" panose="02010609060101010101" pitchFamily="49" charset="-122"/>
                <a:ea typeface="KaiTi" panose="02010609060101010101" pitchFamily="49" charset="-122"/>
              </a:rPr>
              <a:t>R2#</a:t>
            </a:r>
            <a:r>
              <a:rPr lang="en-US" altLang="zh-CN" dirty="0">
                <a:latin typeface="KaiTi" panose="02010609060101010101" pitchFamily="49" charset="-122"/>
                <a:ea typeface="KaiTi" panose="02010609060101010101" pitchFamily="49" charset="-122"/>
              </a:rPr>
              <a:t>show running-config</a:t>
            </a:r>
            <a:endParaRPr lang="zh-CN" altLang="en-US" dirty="0">
              <a:latin typeface="KaiTi" panose="02010609060101010101" pitchFamily="49" charset="-122"/>
              <a:ea typeface="KaiTi"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720000" y="360000"/>
            <a:ext cx="10753200" cy="838200"/>
          </a:xfrm>
        </p:spPr>
        <p:txBody>
          <a:bodyPr/>
          <a:lstStyle/>
          <a:p>
            <a:pPr>
              <a:defRPr/>
            </a:pPr>
            <a:r>
              <a:rPr lang="zh-CN" altLang="en-US" sz="3600" dirty="0">
                <a:latin typeface="黑体" panose="02010609060101010101" pitchFamily="49" charset="-122"/>
                <a:ea typeface="黑体" panose="02010609060101010101" pitchFamily="49" charset="-122"/>
              </a:rPr>
              <a:t>局域网接口配置</a:t>
            </a:r>
            <a:endParaRPr lang="zh-CN" altLang="en-US" sz="3600" dirty="0">
              <a:latin typeface="黑体" panose="02010609060101010101" pitchFamily="49" charset="-122"/>
              <a:ea typeface="黑体" panose="02010609060101010101" pitchFamily="49" charset="-122"/>
            </a:endParaRPr>
          </a:p>
        </p:txBody>
      </p:sp>
      <p:sp>
        <p:nvSpPr>
          <p:cNvPr id="31747" name="内容占位符 2"/>
          <p:cNvSpPr>
            <a:spLocks noGrp="1"/>
          </p:cNvSpPr>
          <p:nvPr>
            <p:ph idx="1"/>
          </p:nvPr>
        </p:nvSpPr>
        <p:spPr>
          <a:xfrm>
            <a:off x="720000" y="1612800"/>
            <a:ext cx="10753200" cy="4057650"/>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以</a:t>
            </a:r>
            <a:r>
              <a:rPr lang="en-US" altLang="zh-CN" dirty="0">
                <a:latin typeface="FangSong" panose="02010609060101010101" pitchFamily="49" charset="-122"/>
                <a:ea typeface="FangSong" panose="02010609060101010101" pitchFamily="49" charset="-122"/>
              </a:rPr>
              <a:t>R1</a:t>
            </a:r>
            <a:r>
              <a:rPr lang="zh-CN" altLang="en-US" dirty="0">
                <a:latin typeface="FangSong" panose="02010609060101010101" pitchFamily="49" charset="-122"/>
                <a:ea typeface="FangSong" panose="02010609060101010101" pitchFamily="49" charset="-122"/>
              </a:rPr>
              <a:t>上的</a:t>
            </a:r>
            <a:r>
              <a:rPr lang="en-US" altLang="zh-CN" dirty="0">
                <a:latin typeface="FangSong" panose="02010609060101010101" pitchFamily="49" charset="-122"/>
                <a:ea typeface="FangSong" panose="02010609060101010101" pitchFamily="49" charset="-122"/>
              </a:rPr>
              <a:t>Fa0/0</a:t>
            </a:r>
            <a:r>
              <a:rPr lang="zh-CN" altLang="en-US" dirty="0">
                <a:latin typeface="FangSong" panose="02010609060101010101" pitchFamily="49" charset="-122"/>
                <a:ea typeface="FangSong" panose="02010609060101010101" pitchFamily="49" charset="-122"/>
              </a:rPr>
              <a:t>为例，配置描述、</a:t>
            </a:r>
            <a:r>
              <a:rPr lang="en-US" altLang="zh-CN" dirty="0">
                <a:latin typeface="FangSong" panose="02010609060101010101" pitchFamily="49" charset="-122"/>
                <a:ea typeface="FangSong" panose="02010609060101010101" pitchFamily="49" charset="-122"/>
              </a:rPr>
              <a:t>IP</a:t>
            </a:r>
            <a:r>
              <a:rPr lang="zh-CN" altLang="en-US" dirty="0">
                <a:latin typeface="FangSong" panose="02010609060101010101" pitchFamily="49" charset="-122"/>
                <a:ea typeface="FangSong" panose="02010609060101010101" pitchFamily="49" charset="-122"/>
              </a:rPr>
              <a:t>地址以及使能</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a:t>
            </a:r>
            <a:r>
              <a:rPr lang="en-US" altLang="zh-CN" kern="1200" dirty="0">
                <a:latin typeface="KaiTi" panose="02010609060101010101" pitchFamily="49" charset="-122"/>
                <a:ea typeface="KaiTi" panose="02010609060101010101" pitchFamily="49" charset="-122"/>
                <a:cs typeface="+mn-cs"/>
              </a:rPr>
              <a:t>interface </a:t>
            </a:r>
            <a:r>
              <a:rPr lang="en-US" altLang="zh-CN" kern="1200" dirty="0" err="1">
                <a:latin typeface="KaiTi" panose="02010609060101010101" pitchFamily="49" charset="-122"/>
                <a:ea typeface="KaiTi" panose="02010609060101010101" pitchFamily="49" charset="-122"/>
                <a:cs typeface="+mn-cs"/>
              </a:rPr>
              <a:t>fastethernet</a:t>
            </a:r>
            <a:r>
              <a:rPr lang="en-US" altLang="zh-CN" kern="1200" dirty="0">
                <a:latin typeface="KaiTi" panose="02010609060101010101" pitchFamily="49" charset="-122"/>
                <a:ea typeface="KaiTi" panose="02010609060101010101" pitchFamily="49" charset="-122"/>
                <a:cs typeface="+mn-cs"/>
              </a:rPr>
              <a:t> </a:t>
            </a:r>
            <a:r>
              <a:rPr lang="en-US" altLang="zh-CN" i="1" kern="1200" dirty="0">
                <a:solidFill>
                  <a:srgbClr val="0070C0"/>
                </a:solidFill>
                <a:latin typeface="KaiTi" panose="02010609060101010101" pitchFamily="49" charset="-122"/>
                <a:ea typeface="KaiTi" panose="02010609060101010101" pitchFamily="49" charset="-122"/>
                <a:cs typeface="+mn-cs"/>
              </a:rPr>
              <a:t>0/0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R1(config-if)#</a:t>
            </a:r>
            <a:r>
              <a:rPr lang="en-US" altLang="zh-CN" kern="1200" dirty="0">
                <a:latin typeface="KaiTi" panose="02010609060101010101" pitchFamily="49" charset="-122"/>
                <a:ea typeface="KaiTi" panose="02010609060101010101" pitchFamily="49" charset="-122"/>
                <a:cs typeface="+mn-cs"/>
              </a:rPr>
              <a:t>description </a:t>
            </a:r>
            <a:r>
              <a:rPr lang="en-US" altLang="zh-CN" i="1" kern="1200" dirty="0">
                <a:solidFill>
                  <a:srgbClr val="0070C0"/>
                </a:solidFill>
                <a:latin typeface="KaiTi" panose="02010609060101010101" pitchFamily="49" charset="-122"/>
                <a:ea typeface="KaiTi" panose="02010609060101010101" pitchFamily="49" charset="-122"/>
                <a:cs typeface="+mn-cs"/>
              </a:rPr>
              <a:t>ToPC1</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R1(config-if)#</a:t>
            </a:r>
            <a:r>
              <a:rPr lang="en-US" altLang="zh-CN" kern="1200" dirty="0" err="1">
                <a:latin typeface="KaiTi" panose="02010609060101010101" pitchFamily="49" charset="-122"/>
                <a:ea typeface="KaiTi" panose="02010609060101010101" pitchFamily="49" charset="-122"/>
                <a:cs typeface="+mn-cs"/>
              </a:rPr>
              <a:t>ip</a:t>
            </a:r>
            <a:r>
              <a:rPr lang="en-US" altLang="zh-CN" kern="1200" dirty="0">
                <a:latin typeface="KaiTi" panose="02010609060101010101" pitchFamily="49" charset="-122"/>
                <a:ea typeface="KaiTi" panose="02010609060101010101" pitchFamily="49" charset="-122"/>
                <a:cs typeface="+mn-cs"/>
              </a:rPr>
              <a:t> address </a:t>
            </a:r>
            <a:r>
              <a:rPr lang="en-US" altLang="zh-CN" i="1" kern="1200" dirty="0">
                <a:solidFill>
                  <a:srgbClr val="0070C0"/>
                </a:solidFill>
                <a:latin typeface="KaiTi" panose="02010609060101010101" pitchFamily="49" charset="-122"/>
                <a:ea typeface="KaiTi" panose="02010609060101010101" pitchFamily="49" charset="-122"/>
                <a:cs typeface="+mn-cs"/>
              </a:rPr>
              <a:t>192.168.0.1 255.255.255.0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R1(config-if)#</a:t>
            </a:r>
            <a:r>
              <a:rPr lang="en-US" altLang="zh-CN" kern="1200" dirty="0">
                <a:latin typeface="KaiTi" panose="02010609060101010101" pitchFamily="49" charset="-122"/>
                <a:ea typeface="KaiTi" panose="02010609060101010101" pitchFamily="49" charset="-122"/>
                <a:cs typeface="+mn-cs"/>
              </a:rPr>
              <a:t>no shutdown</a:t>
            </a:r>
            <a:endParaRPr lang="en-US" altLang="zh-CN" kern="1200" dirty="0">
              <a:latin typeface="KaiTi" panose="02010609060101010101" pitchFamily="49" charset="-122"/>
              <a:ea typeface="KaiTi" panose="02010609060101010101" pitchFamily="49" charset="-122"/>
              <a:cs typeface="+mn-cs"/>
            </a:endParaRPr>
          </a:p>
          <a:p>
            <a:pPr marL="337820" lvl="1" indent="0" defTabSz="814070" eaLnBrk="1" hangingPunct="1">
              <a:lnSpc>
                <a:spcPct val="100000"/>
              </a:lnSpc>
              <a:defRPr/>
            </a:pPr>
            <a:r>
              <a:rPr lang="zh-CN" altLang="en-US" kern="1200" dirty="0">
                <a:latin typeface="KaiTi" panose="02010609060101010101" pitchFamily="49" charset="-122"/>
                <a:ea typeface="KaiTi" panose="02010609060101010101" pitchFamily="49" charset="-122"/>
                <a:cs typeface="+mn-cs"/>
              </a:rPr>
              <a:t>   </a:t>
            </a:r>
            <a:r>
              <a:rPr lang="en-US" altLang="zh-CN" kern="1200" dirty="0">
                <a:latin typeface="KaiTi" panose="02010609060101010101" pitchFamily="49" charset="-122"/>
                <a:ea typeface="KaiTi" panose="02010609060101010101" pitchFamily="49" charset="-122"/>
                <a:cs typeface="+mn-cs"/>
              </a:rPr>
              <a:t>%LINK-5-CHANGED: Interface FastEthernet0/0, changed state to up</a:t>
            </a:r>
            <a:endParaRPr lang="en-US" altLang="zh-CN" kern="1200" dirty="0">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R1(config-if)# </a:t>
            </a:r>
            <a:r>
              <a:rPr lang="en-US" altLang="zh-CN" kern="1200" dirty="0">
                <a:latin typeface="KaiTi" panose="02010609060101010101" pitchFamily="49" charset="-122"/>
                <a:ea typeface="KaiTi" panose="02010609060101010101" pitchFamily="49" charset="-122"/>
                <a:cs typeface="+mn-cs"/>
              </a:rPr>
              <a:t>^Z</a:t>
            </a:r>
            <a:endParaRPr lang="en-US" altLang="zh-CN" kern="1200" dirty="0">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a:t>
            </a:r>
            <a:endParaRPr lang="zh-CN" altLang="en-US" kern="1200" dirty="0">
              <a:solidFill>
                <a:srgbClr val="7030A0"/>
              </a:solidFill>
              <a:latin typeface="KaiTi" panose="02010609060101010101" pitchFamily="49" charset="-122"/>
              <a:ea typeface="KaiTi" panose="02010609060101010101" pitchFamily="49"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720000" y="360000"/>
            <a:ext cx="10753200" cy="838200"/>
          </a:xfrm>
        </p:spPr>
        <p:txBody>
          <a:bodyPr/>
          <a:lstStyle/>
          <a:p>
            <a:pPr>
              <a:defRPr/>
            </a:pPr>
            <a:r>
              <a:rPr lang="zh-CN" altLang="en-US" sz="3600" dirty="0">
                <a:latin typeface="黑体" panose="02010609060101010101" pitchFamily="49" charset="-122"/>
                <a:ea typeface="黑体" panose="02010609060101010101" pitchFamily="49" charset="-122"/>
              </a:rPr>
              <a:t>验证（</a:t>
            </a:r>
            <a:r>
              <a:rPr lang="en-US" altLang="zh-CN" sz="3600" dirty="0">
                <a:latin typeface="黑体" panose="02010609060101010101" pitchFamily="49" charset="-122"/>
                <a:ea typeface="黑体" panose="02010609060101010101" pitchFamily="49" charset="-122"/>
              </a:rPr>
              <a:t>1</a:t>
            </a:r>
            <a:r>
              <a:rPr lang="zh-CN" altLang="en-US" sz="3600" dirty="0">
                <a:latin typeface="黑体" panose="02010609060101010101" pitchFamily="49" charset="-122"/>
                <a:ea typeface="黑体" panose="02010609060101010101" pitchFamily="49" charset="-122"/>
              </a:rPr>
              <a:t>）</a:t>
            </a:r>
            <a:endParaRPr lang="zh-CN" altLang="en-US" sz="3600" dirty="0">
              <a:latin typeface="黑体" panose="02010609060101010101" pitchFamily="49" charset="-122"/>
              <a:ea typeface="黑体" panose="02010609060101010101" pitchFamily="49" charset="-122"/>
            </a:endParaRPr>
          </a:p>
        </p:txBody>
      </p:sp>
      <p:sp>
        <p:nvSpPr>
          <p:cNvPr id="32771" name="内容占位符 2"/>
          <p:cNvSpPr>
            <a:spLocks noGrp="1"/>
          </p:cNvSpPr>
          <p:nvPr>
            <p:ph idx="1"/>
          </p:nvPr>
        </p:nvSpPr>
        <p:spPr>
          <a:xfrm>
            <a:off x="720000" y="1612800"/>
            <a:ext cx="10753200" cy="35718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查看所有接口</a:t>
            </a:r>
            <a:r>
              <a:rPr lang="en-US" altLang="zh-CN" dirty="0">
                <a:latin typeface="FangSong" panose="02010609060101010101" pitchFamily="49" charset="-122"/>
                <a:ea typeface="FangSong" panose="02010609060101010101" pitchFamily="49" charset="-122"/>
              </a:rPr>
              <a:t>IP</a:t>
            </a:r>
            <a:r>
              <a:rPr lang="zh-CN" altLang="en-US" dirty="0">
                <a:latin typeface="FangSong" panose="02010609060101010101" pitchFamily="49" charset="-122"/>
                <a:ea typeface="FangSong" panose="02010609060101010101" pitchFamily="49" charset="-122"/>
              </a:rPr>
              <a:t>地址与状态的汇总信息</a:t>
            </a:r>
            <a:endParaRPr lang="zh-CN" altLang="en-US" dirty="0">
              <a:latin typeface="FangSong" panose="02010609060101010101" pitchFamily="49" charset="-122"/>
              <a:ea typeface="FangSong" panose="02010609060101010101" pitchFamily="49" charset="-122"/>
            </a:endParaRPr>
          </a:p>
        </p:txBody>
      </p:sp>
      <p:pic>
        <p:nvPicPr>
          <p:cNvPr id="2"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60575" y="2708000"/>
            <a:ext cx="8220075" cy="218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2772" name="直接连接符 6"/>
          <p:cNvCxnSpPr>
            <a:cxnSpLocks noChangeShapeType="1"/>
          </p:cNvCxnSpPr>
          <p:nvPr/>
        </p:nvCxnSpPr>
        <p:spPr bwMode="auto">
          <a:xfrm>
            <a:off x="2081213" y="3470276"/>
            <a:ext cx="8178800" cy="15875"/>
          </a:xfrm>
          <a:prstGeom prst="line">
            <a:avLst/>
          </a:prstGeom>
          <a:noFill/>
          <a:ln w="25400">
            <a:solidFill>
              <a:srgbClr val="FF0000"/>
            </a:solidFill>
            <a:round/>
          </a:ln>
          <a:extLst>
            <a:ext uri="{909E8E84-426E-40DD-AFC4-6F175D3DCCD1}">
              <a14:hiddenFill xmlns:a14="http://schemas.microsoft.com/office/drawing/2010/main">
                <a:noFill/>
              </a14:hiddenFill>
            </a:ext>
          </a:extLst>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720000" y="360000"/>
            <a:ext cx="10753200" cy="838200"/>
          </a:xfrm>
        </p:spPr>
        <p:txBody>
          <a:bodyPr/>
          <a:lstStyle/>
          <a:p>
            <a:pPr>
              <a:defRPr/>
            </a:pPr>
            <a:r>
              <a:rPr lang="zh-CN" altLang="en-US" sz="3600" dirty="0">
                <a:latin typeface="黑体" panose="02010609060101010101" pitchFamily="49" charset="-122"/>
                <a:ea typeface="黑体" panose="02010609060101010101" pitchFamily="49" charset="-122"/>
              </a:rPr>
              <a:t>验证（</a:t>
            </a:r>
            <a:r>
              <a:rPr lang="en-US" altLang="zh-CN" sz="3600" dirty="0">
                <a:latin typeface="黑体" panose="02010609060101010101" pitchFamily="49" charset="-122"/>
                <a:ea typeface="黑体" panose="02010609060101010101" pitchFamily="49" charset="-122"/>
              </a:rPr>
              <a:t>2</a:t>
            </a:r>
            <a:r>
              <a:rPr lang="zh-CN" altLang="en-US" sz="3600" dirty="0">
                <a:latin typeface="黑体" panose="02010609060101010101" pitchFamily="49" charset="-122"/>
                <a:ea typeface="黑体" panose="02010609060101010101" pitchFamily="49" charset="-122"/>
              </a:rPr>
              <a:t>）</a:t>
            </a:r>
            <a:endParaRPr lang="zh-CN" altLang="en-US" sz="3600" dirty="0">
              <a:latin typeface="黑体" panose="02010609060101010101" pitchFamily="49" charset="-122"/>
              <a:ea typeface="黑体" panose="02010609060101010101" pitchFamily="49" charset="-122"/>
            </a:endParaRPr>
          </a:p>
        </p:txBody>
      </p:sp>
      <p:sp>
        <p:nvSpPr>
          <p:cNvPr id="33795" name="内容占位符 2"/>
          <p:cNvSpPr>
            <a:spLocks noGrp="1"/>
          </p:cNvSpPr>
          <p:nvPr>
            <p:ph idx="1"/>
          </p:nvPr>
        </p:nvSpPr>
        <p:spPr>
          <a:xfrm>
            <a:off x="719999" y="1612800"/>
            <a:ext cx="10753200" cy="35718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查看某个接口详细状态</a:t>
            </a:r>
            <a:endParaRPr lang="zh-CN" altLang="en-US" dirty="0">
              <a:latin typeface="FangSong" panose="02010609060101010101" pitchFamily="49" charset="-122"/>
              <a:ea typeface="FangSong" panose="02010609060101010101" pitchFamily="49" charset="-122"/>
            </a:endParaRPr>
          </a:p>
        </p:txBody>
      </p:sp>
      <p:pic>
        <p:nvPicPr>
          <p:cNvPr id="2"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37474" y="2289287"/>
            <a:ext cx="6318250"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796" name="直接连接符 7"/>
          <p:cNvCxnSpPr>
            <a:cxnSpLocks noChangeShapeType="1"/>
          </p:cNvCxnSpPr>
          <p:nvPr/>
        </p:nvCxnSpPr>
        <p:spPr bwMode="auto">
          <a:xfrm flipV="1">
            <a:off x="2863259" y="2629750"/>
            <a:ext cx="5200650" cy="4762"/>
          </a:xfrm>
          <a:prstGeom prst="line">
            <a:avLst/>
          </a:prstGeom>
          <a:noFill/>
          <a:ln w="9525">
            <a:solidFill>
              <a:srgbClr val="FF0000"/>
            </a:solidFill>
            <a:round/>
          </a:ln>
          <a:extLst>
            <a:ext uri="{909E8E84-426E-40DD-AFC4-6F175D3DCCD1}">
              <a14:hiddenFill xmlns:a14="http://schemas.microsoft.com/office/drawing/2010/main">
                <a:noFill/>
              </a14:hiddenFill>
            </a:ext>
          </a:extLst>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720000" y="360000"/>
            <a:ext cx="10753200" cy="838200"/>
          </a:xfrm>
        </p:spPr>
        <p:txBody>
          <a:bodyPr/>
          <a:lstStyle/>
          <a:p>
            <a:pPr>
              <a:defRPr/>
            </a:pPr>
            <a:r>
              <a:rPr lang="zh-CN" altLang="en-US" sz="3600" dirty="0">
                <a:latin typeface="黑体" panose="02010609060101010101" pitchFamily="49" charset="-122"/>
                <a:ea typeface="黑体" panose="02010609060101010101" pitchFamily="49" charset="-122"/>
              </a:rPr>
              <a:t>控制线路密码与超时</a:t>
            </a:r>
            <a:endParaRPr lang="zh-CN" altLang="en-US" sz="3600" dirty="0">
              <a:latin typeface="黑体" panose="02010609060101010101" pitchFamily="49" charset="-122"/>
              <a:ea typeface="黑体" panose="02010609060101010101" pitchFamily="49" charset="-122"/>
            </a:endParaRPr>
          </a:p>
        </p:txBody>
      </p:sp>
      <p:sp>
        <p:nvSpPr>
          <p:cNvPr id="34819" name="内容占位符 2"/>
          <p:cNvSpPr>
            <a:spLocks noGrp="1"/>
          </p:cNvSpPr>
          <p:nvPr>
            <p:ph idx="1"/>
          </p:nvPr>
        </p:nvSpPr>
        <p:spPr>
          <a:xfrm>
            <a:off x="720000" y="1612800"/>
            <a:ext cx="10587567" cy="3944484"/>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以</a:t>
            </a:r>
            <a:r>
              <a:rPr lang="en-US" altLang="zh-CN" dirty="0">
                <a:latin typeface="FangSong" panose="02010609060101010101" pitchFamily="49" charset="-122"/>
                <a:ea typeface="FangSong" panose="02010609060101010101" pitchFamily="49" charset="-122"/>
              </a:rPr>
              <a:t>R1</a:t>
            </a:r>
            <a:r>
              <a:rPr lang="zh-CN" altLang="en-US" dirty="0">
                <a:latin typeface="FangSong" panose="02010609060101010101" pitchFamily="49" charset="-122"/>
                <a:ea typeface="FangSong" panose="02010609060101010101" pitchFamily="49" charset="-122"/>
              </a:rPr>
              <a:t>为例</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a:t>
            </a:r>
            <a:r>
              <a:rPr lang="en-US" altLang="zh-CN" kern="1200" dirty="0">
                <a:latin typeface="KaiTi" panose="02010609060101010101" pitchFamily="49" charset="-122"/>
                <a:ea typeface="KaiTi" panose="02010609060101010101" pitchFamily="49" charset="-122"/>
                <a:cs typeface="+mn-cs"/>
              </a:rPr>
              <a:t>line console </a:t>
            </a:r>
            <a:r>
              <a:rPr lang="en-US" altLang="zh-CN" i="1" kern="1200" dirty="0">
                <a:solidFill>
                  <a:srgbClr val="0070C0"/>
                </a:solidFill>
                <a:latin typeface="KaiTi" panose="02010609060101010101" pitchFamily="49" charset="-122"/>
                <a:ea typeface="KaiTi" panose="02010609060101010101" pitchFamily="49" charset="-122"/>
                <a:cs typeface="+mn-cs"/>
              </a:rPr>
              <a:t>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R1(config-line)#</a:t>
            </a:r>
            <a:r>
              <a:rPr lang="en-US" altLang="zh-CN" kern="1200" dirty="0">
                <a:latin typeface="KaiTi" panose="02010609060101010101" pitchFamily="49" charset="-122"/>
                <a:ea typeface="KaiTi" panose="02010609060101010101" pitchFamily="49" charset="-122"/>
                <a:cs typeface="+mn-cs"/>
              </a:rPr>
              <a:t>password </a:t>
            </a:r>
            <a:r>
              <a:rPr lang="en-US" altLang="zh-CN" i="1" kern="1200" dirty="0">
                <a:solidFill>
                  <a:srgbClr val="0070C0"/>
                </a:solidFill>
                <a:latin typeface="KaiTi" panose="02010609060101010101" pitchFamily="49" charset="-122"/>
                <a:ea typeface="KaiTi" panose="02010609060101010101" pitchFamily="49" charset="-122"/>
                <a:cs typeface="+mn-cs"/>
              </a:rPr>
              <a:t>network</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R1(config-line)#</a:t>
            </a:r>
            <a:r>
              <a:rPr lang="en-US" altLang="zh-CN" kern="1200" dirty="0">
                <a:latin typeface="KaiTi" panose="02010609060101010101" pitchFamily="49" charset="-122"/>
                <a:ea typeface="KaiTi" panose="02010609060101010101" pitchFamily="49" charset="-122"/>
                <a:cs typeface="+mn-cs"/>
              </a:rPr>
              <a:t>login</a:t>
            </a:r>
            <a:endParaRPr lang="en-US" altLang="zh-CN" kern="1200" dirty="0">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R1(config-line)#</a:t>
            </a:r>
            <a:r>
              <a:rPr lang="en-US" altLang="zh-CN" kern="1200" dirty="0">
                <a:latin typeface="KaiTi" panose="02010609060101010101" pitchFamily="49" charset="-122"/>
                <a:ea typeface="KaiTi" panose="02010609060101010101" pitchFamily="49" charset="-122"/>
                <a:cs typeface="+mn-cs"/>
              </a:rPr>
              <a:t>exec-timeout </a:t>
            </a:r>
            <a:r>
              <a:rPr lang="en-US" altLang="zh-CN" i="1" kern="1200" dirty="0">
                <a:solidFill>
                  <a:srgbClr val="0070C0"/>
                </a:solidFill>
                <a:latin typeface="KaiTi" panose="02010609060101010101" pitchFamily="49" charset="-122"/>
                <a:ea typeface="KaiTi" panose="02010609060101010101" pitchFamily="49" charset="-122"/>
                <a:cs typeface="+mn-cs"/>
              </a:rPr>
              <a:t>30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R1(config-line)#</a:t>
            </a:r>
            <a:r>
              <a:rPr lang="en-US" altLang="zh-CN" kern="1200" dirty="0">
                <a:latin typeface="KaiTi" panose="02010609060101010101" pitchFamily="49" charset="-122"/>
                <a:ea typeface="KaiTi" panose="02010609060101010101" pitchFamily="49" charset="-122"/>
                <a:cs typeface="+mn-cs"/>
              </a:rPr>
              <a:t>^Z</a:t>
            </a:r>
            <a:endParaRPr lang="en-US" altLang="zh-CN" kern="1200" dirty="0">
              <a:latin typeface="KaiTi" panose="02010609060101010101" pitchFamily="49" charset="-122"/>
              <a:ea typeface="KaiTi" panose="02010609060101010101" pitchFamily="49" charset="-122"/>
              <a:cs typeface="+mn-cs"/>
            </a:endParaRPr>
          </a:p>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消息提示</a:t>
            </a:r>
            <a:endParaRPr lang="en-US" altLang="zh-CN" dirty="0">
              <a:latin typeface="FangSong" panose="02010609060101010101" pitchFamily="49" charset="-122"/>
              <a:ea typeface="FangSong" panose="02010609060101010101" pitchFamily="49" charset="-122"/>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a:t>
            </a:r>
            <a:r>
              <a:rPr lang="en-US" altLang="zh-CN" kern="1200" dirty="0">
                <a:latin typeface="KaiTi" panose="02010609060101010101" pitchFamily="49" charset="-122"/>
                <a:ea typeface="KaiTi" panose="02010609060101010101" pitchFamily="49" charset="-122"/>
                <a:cs typeface="+mn-cs"/>
              </a:rPr>
              <a:t>banner </a:t>
            </a:r>
            <a:r>
              <a:rPr lang="en-US" altLang="zh-CN" kern="1200" dirty="0" err="1">
                <a:latin typeface="KaiTi" panose="02010609060101010101" pitchFamily="49" charset="-122"/>
                <a:ea typeface="KaiTi" panose="02010609060101010101" pitchFamily="49" charset="-122"/>
                <a:cs typeface="+mn-cs"/>
              </a:rPr>
              <a:t>motd</a:t>
            </a:r>
            <a:r>
              <a:rPr lang="en-US" altLang="zh-CN" kern="1200" dirty="0">
                <a:latin typeface="KaiTi" panose="02010609060101010101" pitchFamily="49" charset="-122"/>
                <a:ea typeface="KaiTi" panose="02010609060101010101" pitchFamily="49" charset="-122"/>
                <a:cs typeface="+mn-cs"/>
              </a:rPr>
              <a:t> </a:t>
            </a:r>
            <a:r>
              <a:rPr lang="en-US" altLang="zh-CN" i="1" kern="1200" dirty="0">
                <a:solidFill>
                  <a:srgbClr val="0070C0"/>
                </a:solidFill>
                <a:latin typeface="KaiTi" panose="02010609060101010101" pitchFamily="49" charset="-122"/>
                <a:ea typeface="KaiTi" panose="02010609060101010101" pitchFamily="49" charset="-122"/>
                <a:cs typeface="+mn-cs"/>
              </a:rPr>
              <a:t>*this is a test*</a:t>
            </a:r>
            <a:r>
              <a:rPr lang="en-US" altLang="zh-CN" kern="1200" dirty="0">
                <a:latin typeface="KaiTi" panose="02010609060101010101" pitchFamily="49" charset="-122"/>
                <a:ea typeface="KaiTi" panose="02010609060101010101" pitchFamily="49" charset="-122"/>
                <a:cs typeface="+mn-cs"/>
              </a:rPr>
              <a:t> </a:t>
            </a:r>
            <a:r>
              <a:rPr lang="zh-CN" altLang="en-US" kern="1200" dirty="0">
                <a:solidFill>
                  <a:srgbClr val="FF0000"/>
                </a:solidFill>
                <a:latin typeface="KaiTi" panose="02010609060101010101" pitchFamily="49" charset="-122"/>
                <a:ea typeface="KaiTi" panose="02010609060101010101" pitchFamily="49" charset="-122"/>
                <a:cs typeface="+mn-cs"/>
              </a:rPr>
              <a:t>首尾两个符号要一致</a:t>
            </a:r>
            <a:endParaRPr lang="en-US" altLang="zh-CN" kern="1200" dirty="0">
              <a:solidFill>
                <a:srgbClr val="FF0000"/>
              </a:solidFill>
              <a:latin typeface="KaiTi" panose="02010609060101010101" pitchFamily="49" charset="-122"/>
              <a:ea typeface="KaiTi" panose="02010609060101010101" pitchFamily="49" charset="-122"/>
              <a:cs typeface="+mn-cs"/>
            </a:endParaRPr>
          </a:p>
          <a:p>
            <a:pPr marL="680720" lvl="1" indent="-342900" defTabSz="814070" eaLnBrk="1" hangingPunct="1">
              <a:lnSpc>
                <a:spcPct val="100000"/>
              </a:lnSpc>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a:t>
            </a:r>
            <a:r>
              <a:rPr lang="en-US" altLang="zh-CN" kern="1200" dirty="0">
                <a:latin typeface="KaiTi" panose="02010609060101010101" pitchFamily="49" charset="-122"/>
                <a:ea typeface="KaiTi" panose="02010609060101010101" pitchFamily="49" charset="-122"/>
                <a:cs typeface="+mn-cs"/>
              </a:rPr>
              <a:t>^Z</a:t>
            </a:r>
            <a:endParaRPr lang="en-US" altLang="zh-CN" kern="1200" dirty="0">
              <a:latin typeface="KaiTi" panose="02010609060101010101" pitchFamily="49" charset="-122"/>
              <a:ea typeface="KaiTi" panose="02010609060101010101" pitchFamily="49"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720000" y="360000"/>
            <a:ext cx="10753200" cy="838200"/>
          </a:xfrm>
        </p:spPr>
        <p:txBody>
          <a:bodyPr/>
          <a:lstStyle/>
          <a:p>
            <a:pPr>
              <a:defRPr/>
            </a:pPr>
            <a:r>
              <a:rPr lang="zh-CN" altLang="en-US" sz="3600" dirty="0">
                <a:latin typeface="黑体" panose="02010609060101010101" pitchFamily="49" charset="-122"/>
                <a:ea typeface="黑体" panose="02010609060101010101" pitchFamily="49" charset="-122"/>
              </a:rPr>
              <a:t>验证</a:t>
            </a:r>
            <a:endParaRPr lang="zh-CN" altLang="en-US" sz="3600" dirty="0">
              <a:latin typeface="黑体" panose="02010609060101010101" pitchFamily="49" charset="-122"/>
              <a:ea typeface="黑体" panose="02010609060101010101" pitchFamily="49" charset="-122"/>
            </a:endParaRPr>
          </a:p>
        </p:txBody>
      </p:sp>
      <p:sp>
        <p:nvSpPr>
          <p:cNvPr id="35843" name="内容占位符 2"/>
          <p:cNvSpPr>
            <a:spLocks noGrp="1"/>
          </p:cNvSpPr>
          <p:nvPr>
            <p:ph idx="1"/>
          </p:nvPr>
        </p:nvSpPr>
        <p:spPr>
          <a:xfrm>
            <a:off x="719999" y="1612800"/>
            <a:ext cx="10753200" cy="4084638"/>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由用户模式退出连接，再重新连接回到用户模式</a:t>
            </a:r>
            <a:endParaRPr lang="en-US" altLang="zh-CN" dirty="0">
              <a:latin typeface="FangSong" panose="02010609060101010101" pitchFamily="49" charset="-122"/>
              <a:ea typeface="FangSong" panose="02010609060101010101" pitchFamily="49" charset="-122"/>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a:t>
            </a:r>
            <a:r>
              <a:rPr lang="en-US" altLang="zh-CN" kern="1200" dirty="0">
                <a:latin typeface="KaiTi" panose="02010609060101010101" pitchFamily="49" charset="-122"/>
                <a:ea typeface="KaiTi" panose="02010609060101010101" pitchFamily="49" charset="-122"/>
                <a:cs typeface="+mn-cs"/>
              </a:rPr>
              <a:t>exit</a:t>
            </a:r>
            <a:endParaRPr lang="en-US" altLang="zh-CN" kern="1200" dirty="0">
              <a:latin typeface="KaiTi" panose="02010609060101010101" pitchFamily="49" charset="-122"/>
              <a:ea typeface="KaiTi" panose="02010609060101010101" pitchFamily="49" charset="-122"/>
              <a:cs typeface="+mn-cs"/>
            </a:endParaRPr>
          </a:p>
          <a:p>
            <a:pPr lvl="2">
              <a:defRPr/>
            </a:pPr>
            <a:r>
              <a:rPr lang="en-US" altLang="zh-CN" kern="1200" dirty="0">
                <a:latin typeface="KaiTi" panose="02010609060101010101" pitchFamily="49" charset="-122"/>
                <a:ea typeface="KaiTi" panose="02010609060101010101" pitchFamily="49" charset="-122"/>
                <a:cs typeface="+mn-cs"/>
              </a:rPr>
              <a:t>R2 con0 is now available</a:t>
            </a:r>
            <a:endParaRPr lang="en-US" altLang="zh-CN" kern="1200" dirty="0">
              <a:latin typeface="KaiTi" panose="02010609060101010101" pitchFamily="49" charset="-122"/>
              <a:ea typeface="KaiTi" panose="02010609060101010101" pitchFamily="49" charset="-122"/>
              <a:cs typeface="+mn-cs"/>
            </a:endParaRPr>
          </a:p>
          <a:p>
            <a:pPr lvl="2">
              <a:defRPr/>
            </a:pPr>
            <a:r>
              <a:rPr lang="en-US" altLang="zh-CN" kern="1200" dirty="0">
                <a:latin typeface="KaiTi" panose="02010609060101010101" pitchFamily="49" charset="-122"/>
                <a:ea typeface="KaiTi" panose="02010609060101010101" pitchFamily="49" charset="-122"/>
                <a:cs typeface="+mn-cs"/>
              </a:rPr>
              <a:t>Press RETURN to get started.</a:t>
            </a:r>
            <a:endParaRPr lang="en-US" altLang="zh-CN" kern="1200" dirty="0">
              <a:latin typeface="KaiTi" panose="02010609060101010101" pitchFamily="49" charset="-122"/>
              <a:ea typeface="KaiTi" panose="02010609060101010101" pitchFamily="49" charset="-122"/>
              <a:cs typeface="+mn-cs"/>
            </a:endParaRPr>
          </a:p>
          <a:p>
            <a:pPr lvl="2">
              <a:defRPr/>
            </a:pPr>
            <a:endParaRPr lang="en-US" altLang="zh-CN" kern="1200" dirty="0">
              <a:latin typeface="KaiTi" panose="02010609060101010101" pitchFamily="49" charset="-122"/>
              <a:ea typeface="KaiTi" panose="02010609060101010101" pitchFamily="49" charset="-122"/>
              <a:cs typeface="+mn-cs"/>
            </a:endParaRPr>
          </a:p>
          <a:p>
            <a:pPr lvl="2">
              <a:defRPr/>
            </a:pPr>
            <a:r>
              <a:rPr lang="en-US" altLang="zh-CN" kern="1200" dirty="0">
                <a:solidFill>
                  <a:srgbClr val="7030A0"/>
                </a:solidFill>
                <a:latin typeface="KaiTi" panose="02010609060101010101" pitchFamily="49" charset="-122"/>
                <a:ea typeface="KaiTi" panose="02010609060101010101" pitchFamily="49" charset="-122"/>
                <a:cs typeface="+mn-cs"/>
              </a:rPr>
              <a:t>this is a test</a:t>
            </a:r>
            <a:endParaRPr lang="en-US" altLang="zh-CN" kern="1200" dirty="0">
              <a:solidFill>
                <a:srgbClr val="7030A0"/>
              </a:solidFill>
              <a:latin typeface="KaiTi" panose="02010609060101010101" pitchFamily="49" charset="-122"/>
              <a:ea typeface="KaiTi" panose="02010609060101010101" pitchFamily="49" charset="-122"/>
              <a:cs typeface="+mn-cs"/>
            </a:endParaRPr>
          </a:p>
          <a:p>
            <a:pPr lvl="2">
              <a:defRPr/>
            </a:pPr>
            <a:r>
              <a:rPr lang="en-US" altLang="zh-CN" kern="1200" dirty="0">
                <a:latin typeface="KaiTi" panose="02010609060101010101" pitchFamily="49" charset="-122"/>
                <a:ea typeface="KaiTi" panose="02010609060101010101" pitchFamily="49" charset="-122"/>
                <a:cs typeface="+mn-cs"/>
              </a:rPr>
              <a:t>User Access Verification</a:t>
            </a:r>
            <a:endParaRPr lang="en-US" altLang="zh-CN" kern="1200" dirty="0">
              <a:latin typeface="KaiTi" panose="02010609060101010101" pitchFamily="49" charset="-122"/>
              <a:ea typeface="KaiTi" panose="02010609060101010101" pitchFamily="49" charset="-122"/>
              <a:cs typeface="+mn-cs"/>
            </a:endParaRPr>
          </a:p>
          <a:p>
            <a:pPr lvl="2">
              <a:defRPr/>
            </a:pPr>
            <a:r>
              <a:rPr lang="en-US" altLang="zh-CN" kern="1200" dirty="0">
                <a:latin typeface="KaiTi" panose="02010609060101010101" pitchFamily="49" charset="-122"/>
                <a:ea typeface="KaiTi" panose="02010609060101010101" pitchFamily="49" charset="-122"/>
                <a:cs typeface="+mn-cs"/>
              </a:rPr>
              <a:t>Password: </a:t>
            </a:r>
            <a:r>
              <a:rPr lang="en-US" altLang="zh-CN" kern="1200" dirty="0">
                <a:solidFill>
                  <a:srgbClr val="FF0000"/>
                </a:solidFill>
                <a:latin typeface="KaiTi" panose="02010609060101010101" pitchFamily="49" charset="-122"/>
                <a:ea typeface="KaiTi" panose="02010609060101010101" pitchFamily="49" charset="-122"/>
                <a:cs typeface="+mn-cs"/>
              </a:rPr>
              <a:t>network</a:t>
            </a:r>
            <a:endParaRPr lang="en-US" altLang="zh-CN" kern="1200" dirty="0">
              <a:solidFill>
                <a:srgbClr val="FF000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R2&gt;</a:t>
            </a:r>
            <a:endParaRPr lang="en-US" altLang="zh-CN" kern="1200" dirty="0">
              <a:solidFill>
                <a:srgbClr val="7030A0"/>
              </a:solidFill>
              <a:latin typeface="KaiTi" panose="02010609060101010101" pitchFamily="49" charset="-122"/>
              <a:ea typeface="KaiTi" panose="02010609060101010101" pitchFamily="49"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720000" y="360000"/>
            <a:ext cx="10753200" cy="838800"/>
          </a:xfrm>
        </p:spPr>
        <p:txBody>
          <a:bodyPr/>
          <a:lstStyle/>
          <a:p>
            <a:pPr>
              <a:defRPr/>
            </a:pPr>
            <a:r>
              <a:rPr lang="zh-CN" altLang="en-US" sz="3600" dirty="0">
                <a:latin typeface="SimHei" panose="02010609060101010101" pitchFamily="49" charset="-122"/>
                <a:ea typeface="SimHei" panose="02010609060101010101" pitchFamily="49" charset="-122"/>
              </a:rPr>
              <a:t>历史命令配置与验证</a:t>
            </a:r>
            <a:endParaRPr lang="zh-CN" altLang="en-US" sz="3600" dirty="0">
              <a:latin typeface="SimHei" panose="02010609060101010101" pitchFamily="49" charset="-122"/>
              <a:ea typeface="SimHei" panose="02010609060101010101" pitchFamily="49" charset="-122"/>
            </a:endParaRPr>
          </a:p>
        </p:txBody>
      </p:sp>
      <p:sp>
        <p:nvSpPr>
          <p:cNvPr id="36867" name="内容占位符 2"/>
          <p:cNvSpPr>
            <a:spLocks noGrp="1"/>
          </p:cNvSpPr>
          <p:nvPr>
            <p:ph idx="1"/>
          </p:nvPr>
        </p:nvSpPr>
        <p:spPr>
          <a:xfrm>
            <a:off x="720000" y="1612800"/>
            <a:ext cx="5687888" cy="3571875"/>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将历史命令容量设置为</a:t>
            </a:r>
            <a:r>
              <a:rPr lang="en-US" altLang="zh-CN" dirty="0">
                <a:latin typeface="FangSong" panose="02010609060101010101" pitchFamily="49" charset="-122"/>
                <a:ea typeface="FangSong" panose="02010609060101010101" pitchFamily="49" charset="-122"/>
              </a:rPr>
              <a:t>20</a:t>
            </a:r>
            <a:endParaRPr lang="en-US" altLang="zh-CN" dirty="0">
              <a:latin typeface="FangSong" panose="02010609060101010101" pitchFamily="49" charset="-122"/>
              <a:ea typeface="FangSong" panose="02010609060101010101" pitchFamily="49" charset="-122"/>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a:t>
            </a:r>
            <a:r>
              <a:rPr lang="en-US" altLang="zh-CN" kern="1200" dirty="0">
                <a:latin typeface="KaiTi" panose="02010609060101010101" pitchFamily="49" charset="-122"/>
                <a:ea typeface="KaiTi" panose="02010609060101010101" pitchFamily="49" charset="-122"/>
                <a:cs typeface="+mn-cs"/>
              </a:rPr>
              <a:t>line console </a:t>
            </a:r>
            <a:r>
              <a:rPr lang="en-US" altLang="zh-CN" i="1" kern="1200" dirty="0">
                <a:solidFill>
                  <a:srgbClr val="0070C0"/>
                </a:solidFill>
                <a:latin typeface="KaiTi" panose="02010609060101010101" pitchFamily="49" charset="-122"/>
                <a:ea typeface="KaiTi" panose="02010609060101010101" pitchFamily="49" charset="-122"/>
                <a:cs typeface="+mn-cs"/>
              </a:rPr>
              <a:t>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R1(config-line)#</a:t>
            </a:r>
            <a:r>
              <a:rPr lang="en-US" altLang="zh-CN" kern="1200" dirty="0">
                <a:latin typeface="KaiTi" panose="02010609060101010101" pitchFamily="49" charset="-122"/>
                <a:ea typeface="KaiTi" panose="02010609060101010101" pitchFamily="49" charset="-122"/>
                <a:cs typeface="+mn-cs"/>
              </a:rPr>
              <a:t>history size </a:t>
            </a:r>
            <a:r>
              <a:rPr lang="en-US" altLang="zh-CN" i="1" kern="1200" dirty="0">
                <a:solidFill>
                  <a:srgbClr val="0070C0"/>
                </a:solidFill>
                <a:latin typeface="KaiTi" panose="02010609060101010101" pitchFamily="49" charset="-122"/>
                <a:ea typeface="KaiTi" panose="02010609060101010101" pitchFamily="49" charset="-122"/>
                <a:cs typeface="+mn-cs"/>
              </a:rPr>
              <a:t>20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R1(config-line)#</a:t>
            </a:r>
            <a:r>
              <a:rPr lang="en-US" altLang="zh-CN" kern="1200" dirty="0">
                <a:latin typeface="KaiTi" panose="02010609060101010101" pitchFamily="49" charset="-122"/>
                <a:ea typeface="KaiTi" panose="02010609060101010101" pitchFamily="49" charset="-122"/>
                <a:cs typeface="+mn-cs"/>
              </a:rPr>
              <a:t>^Z</a:t>
            </a:r>
            <a:endParaRPr lang="en-US" altLang="zh-CN" kern="1200" dirty="0">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R1#</a:t>
            </a:r>
            <a:endParaRPr lang="zh-CN" altLang="en-US" kern="1200" dirty="0">
              <a:solidFill>
                <a:srgbClr val="7030A0"/>
              </a:solidFill>
              <a:latin typeface="KaiTi" panose="02010609060101010101" pitchFamily="49" charset="-122"/>
              <a:ea typeface="KaiTi" panose="02010609060101010101" pitchFamily="49" charset="-122"/>
              <a:cs typeface="+mn-cs"/>
            </a:endParaRPr>
          </a:p>
        </p:txBody>
      </p:sp>
      <p:sp>
        <p:nvSpPr>
          <p:cNvPr id="4" name="内容占位符 2"/>
          <p:cNvSpPr txBox="1"/>
          <p:nvPr/>
        </p:nvSpPr>
        <p:spPr bwMode="auto">
          <a:xfrm>
            <a:off x="6407888" y="1612800"/>
            <a:ext cx="5065312" cy="3571875"/>
          </a:xfrm>
          <a:prstGeom prst="rect">
            <a:avLst/>
          </a:prstGeom>
          <a:noFill/>
          <a:ln>
            <a:noFill/>
          </a:ln>
          <a:effectLst/>
        </p:spPr>
        <p:txBody>
          <a:bodyPr vert="horz" wrap="square" lIns="82124" tIns="41061" rIns="82124" bIns="41061" numCol="1" anchor="t" anchorCtr="0" compatLnSpc="1"/>
          <a:lstStyle>
            <a:lvl1pPr marL="236855" indent="-236855" algn="l" defTabSz="814070"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070"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070"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070" rtl="0" eaLnBrk="0" fontAlgn="base" hangingPunct="0">
              <a:lnSpc>
                <a:spcPct val="95000"/>
              </a:lnSpc>
              <a:spcBef>
                <a:spcPct val="35000"/>
              </a:spcBef>
              <a:spcAft>
                <a:spcPct val="0"/>
              </a:spcAft>
              <a:buClr>
                <a:srgbClr val="708CA1"/>
              </a:buClr>
              <a:defRPr sz="2000">
                <a:solidFill>
                  <a:schemeClr val="tx1"/>
                </a:solidFill>
                <a:latin typeface="+mn-lt"/>
              </a:defRPr>
            </a:lvl4pPr>
            <a:lvl5pPr marL="1605280" indent="224155" algn="l" defTabSz="814070" rtl="0" eaLnBrk="0" fontAlgn="base" hangingPunct="0">
              <a:lnSpc>
                <a:spcPct val="95000"/>
              </a:lnSpc>
              <a:spcBef>
                <a:spcPct val="35000"/>
              </a:spcBef>
              <a:spcAft>
                <a:spcPct val="0"/>
              </a:spcAft>
              <a:buClr>
                <a:srgbClr val="708CA1"/>
              </a:buClr>
              <a:defRPr sz="2000">
                <a:solidFill>
                  <a:schemeClr val="tx1"/>
                </a:solidFill>
                <a:latin typeface="+mn-lt"/>
              </a:defRPr>
            </a:lvl5pPr>
            <a:lvl6pPr marL="2062480" algn="l" defTabSz="814070" rtl="0" fontAlgn="base">
              <a:lnSpc>
                <a:spcPct val="95000"/>
              </a:lnSpc>
              <a:spcBef>
                <a:spcPct val="35000"/>
              </a:spcBef>
              <a:spcAft>
                <a:spcPct val="0"/>
              </a:spcAft>
              <a:buClr>
                <a:srgbClr val="708CA1"/>
              </a:buClr>
              <a:defRPr sz="2000">
                <a:solidFill>
                  <a:schemeClr val="tx1"/>
                </a:solidFill>
                <a:latin typeface="+mn-lt"/>
              </a:defRPr>
            </a:lvl6pPr>
            <a:lvl7pPr marL="2519680" algn="l" defTabSz="814070" rtl="0" fontAlgn="base">
              <a:lnSpc>
                <a:spcPct val="95000"/>
              </a:lnSpc>
              <a:spcBef>
                <a:spcPct val="35000"/>
              </a:spcBef>
              <a:spcAft>
                <a:spcPct val="0"/>
              </a:spcAft>
              <a:buClr>
                <a:srgbClr val="708CA1"/>
              </a:buClr>
              <a:defRPr sz="2000">
                <a:solidFill>
                  <a:schemeClr val="tx1"/>
                </a:solidFill>
                <a:latin typeface="+mn-lt"/>
              </a:defRPr>
            </a:lvl7pPr>
            <a:lvl8pPr marL="2976880" algn="l" defTabSz="814070" rtl="0" fontAlgn="base">
              <a:lnSpc>
                <a:spcPct val="95000"/>
              </a:lnSpc>
              <a:spcBef>
                <a:spcPct val="35000"/>
              </a:spcBef>
              <a:spcAft>
                <a:spcPct val="0"/>
              </a:spcAft>
              <a:buClr>
                <a:srgbClr val="708CA1"/>
              </a:buClr>
              <a:defRPr sz="2000">
                <a:solidFill>
                  <a:schemeClr val="tx1"/>
                </a:solidFill>
                <a:latin typeface="+mn-lt"/>
              </a:defRPr>
            </a:lvl8pPr>
            <a:lvl9pPr marL="3434080" algn="l" defTabSz="814070" rtl="0" fontAlgn="base">
              <a:lnSpc>
                <a:spcPct val="95000"/>
              </a:lnSpc>
              <a:spcBef>
                <a:spcPct val="35000"/>
              </a:spcBef>
              <a:spcAft>
                <a:spcPct val="0"/>
              </a:spcAft>
              <a:buClr>
                <a:srgbClr val="708CA1"/>
              </a:buClr>
              <a:defRPr sz="2000">
                <a:solidFill>
                  <a:schemeClr val="tx1"/>
                </a:solidFill>
                <a:latin typeface="+mn-lt"/>
              </a:defRPr>
            </a:lvl9p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查看历史命令</a:t>
            </a:r>
            <a:endParaRPr lang="en-US" altLang="zh-CN" dirty="0">
              <a:latin typeface="FangSong" panose="02010609060101010101" pitchFamily="49" charset="-122"/>
              <a:ea typeface="FangSong" panose="02010609060101010101" pitchFamily="49" charset="-122"/>
            </a:endParaRPr>
          </a:p>
          <a:p>
            <a:pPr marL="800100" lvl="1" indent="-342900">
              <a:buFont typeface="Wingdings" panose="05000000000000000000" pitchFamily="2" charset="2"/>
              <a:buChar char="Ø"/>
              <a:defRPr/>
            </a:pPr>
            <a:r>
              <a:rPr lang="en-US" altLang="zh-CN" dirty="0">
                <a:solidFill>
                  <a:srgbClr val="7030A0"/>
                </a:solidFill>
                <a:latin typeface="KaiTi" panose="02010609060101010101" pitchFamily="49" charset="-122"/>
                <a:ea typeface="KaiTi" panose="02010609060101010101" pitchFamily="49" charset="-122"/>
              </a:rPr>
              <a:t>R2#</a:t>
            </a:r>
            <a:r>
              <a:rPr lang="en-US" altLang="zh-CN" dirty="0">
                <a:latin typeface="KaiTi" panose="02010609060101010101" pitchFamily="49" charset="-122"/>
                <a:ea typeface="KaiTi" panose="02010609060101010101" pitchFamily="49" charset="-122"/>
              </a:rPr>
              <a:t>show history</a:t>
            </a:r>
            <a:endParaRPr lang="en-US" altLang="zh-CN" dirty="0">
              <a:latin typeface="KaiTi" panose="02010609060101010101" pitchFamily="49" charset="-122"/>
              <a:ea typeface="KaiTi" panose="02010609060101010101" pitchFamily="49" charset="-122"/>
            </a:endParaRPr>
          </a:p>
          <a:p>
            <a:pPr lvl="2" indent="-381000">
              <a:defRPr/>
            </a:pPr>
            <a:r>
              <a:rPr lang="en-US" altLang="zh-CN" dirty="0" err="1">
                <a:latin typeface="KaiTi" panose="02010609060101010101" pitchFamily="49" charset="-122"/>
                <a:ea typeface="KaiTi" panose="02010609060101010101" pitchFamily="49" charset="-122"/>
              </a:rPr>
              <a:t>en</a:t>
            </a:r>
            <a:endParaRPr lang="en-US" altLang="zh-CN" dirty="0">
              <a:latin typeface="KaiTi" panose="02010609060101010101" pitchFamily="49" charset="-122"/>
              <a:ea typeface="KaiTi" panose="02010609060101010101" pitchFamily="49" charset="-122"/>
            </a:endParaRPr>
          </a:p>
          <a:p>
            <a:pPr lvl="2" indent="-381000">
              <a:defRPr/>
            </a:pPr>
            <a:r>
              <a:rPr lang="en-US" altLang="zh-CN" dirty="0" err="1">
                <a:latin typeface="KaiTi" panose="02010609060101010101" pitchFamily="49" charset="-122"/>
                <a:ea typeface="KaiTi" panose="02010609060101010101" pitchFamily="49" charset="-122"/>
              </a:rPr>
              <a:t>sh</a:t>
            </a:r>
            <a:r>
              <a:rPr lang="en-US" altLang="zh-CN" dirty="0">
                <a:latin typeface="KaiTi" panose="02010609060101010101" pitchFamily="49" charset="-122"/>
                <a:ea typeface="KaiTi" panose="02010609060101010101" pitchFamily="49" charset="-122"/>
              </a:rPr>
              <a:t> run</a:t>
            </a:r>
            <a:endParaRPr lang="en-US" altLang="zh-CN" dirty="0">
              <a:latin typeface="KaiTi" panose="02010609060101010101" pitchFamily="49" charset="-122"/>
              <a:ea typeface="KaiTi" panose="02010609060101010101" pitchFamily="49" charset="-122"/>
            </a:endParaRPr>
          </a:p>
          <a:p>
            <a:pPr lvl="2" indent="-381000">
              <a:defRPr/>
            </a:pPr>
            <a:r>
              <a:rPr lang="en-US" altLang="zh-CN" dirty="0">
                <a:latin typeface="KaiTi" panose="02010609060101010101" pitchFamily="49" charset="-122"/>
                <a:ea typeface="KaiTi" panose="02010609060101010101" pitchFamily="49" charset="-122"/>
              </a:rPr>
              <a:t>show </a:t>
            </a:r>
            <a:r>
              <a:rPr lang="en-US" altLang="zh-CN" dirty="0" err="1">
                <a:latin typeface="KaiTi" panose="02010609060101010101" pitchFamily="49" charset="-122"/>
                <a:ea typeface="KaiTi" panose="02010609060101010101" pitchFamily="49" charset="-122"/>
              </a:rPr>
              <a:t>ip</a:t>
            </a:r>
            <a:r>
              <a:rPr lang="en-US" altLang="zh-CN" dirty="0">
                <a:latin typeface="KaiTi" panose="02010609060101010101" pitchFamily="49" charset="-122"/>
                <a:ea typeface="KaiTi" panose="02010609060101010101" pitchFamily="49" charset="-122"/>
              </a:rPr>
              <a:t> interface brief</a:t>
            </a:r>
            <a:endParaRPr lang="en-US" altLang="zh-CN" dirty="0">
              <a:latin typeface="KaiTi" panose="02010609060101010101" pitchFamily="49" charset="-122"/>
              <a:ea typeface="KaiTi" panose="02010609060101010101" pitchFamily="49" charset="-122"/>
            </a:endParaRPr>
          </a:p>
          <a:p>
            <a:pPr lvl="2" indent="-381000">
              <a:defRPr/>
            </a:pPr>
            <a:r>
              <a:rPr lang="en-US" altLang="zh-CN" dirty="0">
                <a:latin typeface="KaiTi" panose="02010609060101010101" pitchFamily="49" charset="-122"/>
                <a:ea typeface="KaiTi" panose="02010609060101010101" pitchFamily="49" charset="-122"/>
              </a:rPr>
              <a:t>show interface </a:t>
            </a:r>
            <a:r>
              <a:rPr lang="en-US" altLang="zh-CN" dirty="0" err="1">
                <a:latin typeface="KaiTi" panose="02010609060101010101" pitchFamily="49" charset="-122"/>
                <a:ea typeface="KaiTi" panose="02010609060101010101" pitchFamily="49" charset="-122"/>
              </a:rPr>
              <a:t>fastehternet</a:t>
            </a:r>
            <a:r>
              <a:rPr lang="en-US" altLang="zh-CN" dirty="0">
                <a:latin typeface="KaiTi" panose="02010609060101010101" pitchFamily="49" charset="-122"/>
                <a:ea typeface="KaiTi" panose="02010609060101010101" pitchFamily="49" charset="-122"/>
              </a:rPr>
              <a:t> 0/0</a:t>
            </a:r>
            <a:endParaRPr lang="en-US" altLang="zh-CN" dirty="0">
              <a:latin typeface="KaiTi" panose="02010609060101010101" pitchFamily="49" charset="-122"/>
              <a:ea typeface="KaiTi" panose="02010609060101010101" pitchFamily="49" charset="-122"/>
            </a:endParaRPr>
          </a:p>
          <a:p>
            <a:pPr lvl="2" indent="-381000">
              <a:defRPr/>
            </a:pPr>
            <a:r>
              <a:rPr lang="en-US" altLang="zh-CN" dirty="0">
                <a:latin typeface="KaiTi" panose="02010609060101010101" pitchFamily="49" charset="-122"/>
                <a:ea typeface="KaiTi" panose="02010609060101010101" pitchFamily="49" charset="-122"/>
              </a:rPr>
              <a:t>show history</a:t>
            </a:r>
            <a:endParaRPr lang="en-US" altLang="zh-CN" dirty="0">
              <a:latin typeface="KaiTi" panose="02010609060101010101" pitchFamily="49" charset="-122"/>
              <a:ea typeface="KaiTi" panose="02010609060101010101" pitchFamily="49" charset="-122"/>
            </a:endParaRPr>
          </a:p>
          <a:p>
            <a:pPr lvl="2" indent="-342900">
              <a:buFont typeface="Wingdings" panose="05000000000000000000" pitchFamily="2" charset="2"/>
              <a:buChar char="Ø"/>
              <a:defRPr/>
            </a:pPr>
            <a:r>
              <a:rPr lang="en-US" altLang="zh-CN" dirty="0">
                <a:solidFill>
                  <a:srgbClr val="7030A0"/>
                </a:solidFill>
                <a:latin typeface="KaiTi" panose="02010609060101010101" pitchFamily="49" charset="-122"/>
                <a:ea typeface="KaiTi" panose="02010609060101010101" pitchFamily="49" charset="-122"/>
              </a:rPr>
              <a:t>R2#</a:t>
            </a:r>
            <a:endParaRPr lang="en-US" altLang="zh-CN" dirty="0">
              <a:solidFill>
                <a:srgbClr val="7030A0"/>
              </a:solidFill>
              <a:latin typeface="KaiTi" panose="02010609060101010101" pitchFamily="49" charset="-122"/>
              <a:ea typeface="KaiTi" panose="02010609060101010101" pitchFamily="49" charset="-122"/>
            </a:endParaRPr>
          </a:p>
          <a:p>
            <a:pPr>
              <a:defRPr/>
            </a:pPr>
            <a:endParaRPr lang="en-US" altLang="zh-CN" kern="0" dirty="0">
              <a:ea typeface="宋体" charset="-122"/>
            </a:endParaRPr>
          </a:p>
          <a:p>
            <a:pPr>
              <a:buFont typeface="Wingdings" panose="05000000000000000000" pitchFamily="2" charset="2"/>
              <a:buNone/>
              <a:defRPr/>
            </a:pPr>
            <a:endParaRPr lang="en-US" altLang="zh-CN" kern="0" dirty="0">
              <a:ea typeface="宋体"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p:cNvSpPr>
            <a:spLocks noGrp="1" noChangeArrowheads="1"/>
          </p:cNvSpPr>
          <p:nvPr>
            <p:ph type="ctrTitle"/>
          </p:nvPr>
        </p:nvSpPr>
        <p:spPr>
          <a:xfrm>
            <a:off x="0" y="2671763"/>
            <a:ext cx="6095999" cy="830262"/>
          </a:xfrm>
        </p:spPr>
        <p:txBody>
          <a:bodyPr/>
          <a:lstStyle/>
          <a:p>
            <a:pPr algn="ctr" eaLnBrk="1" hangingPunct="1"/>
            <a:r>
              <a:rPr lang="zh-CN" altLang="en-US" sz="2800" dirty="0">
                <a:latin typeface="SimHei" panose="02010609060101010101" pitchFamily="49" charset="-122"/>
                <a:ea typeface="SimHei" panose="02010609060101010101" pitchFamily="49" charset="-122"/>
              </a:rPr>
              <a:t>三、进阶技能 </a:t>
            </a:r>
            <a:endParaRPr lang="zh-CN" altLang="en-US" sz="2800" dirty="0">
              <a:latin typeface="SimHei" panose="02010609060101010101" pitchFamily="49" charset="-122"/>
              <a:ea typeface="SimHei"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720000" y="360000"/>
            <a:ext cx="10753200" cy="838200"/>
          </a:xfrm>
        </p:spPr>
        <p:txBody>
          <a:bodyPr/>
          <a:lstStyle/>
          <a:p>
            <a:pPr>
              <a:defRPr/>
            </a:pPr>
            <a:r>
              <a:rPr lang="zh-CN" altLang="en-US" sz="3600" dirty="0">
                <a:latin typeface="SimHei" panose="02010609060101010101" pitchFamily="49" charset="-122"/>
                <a:ea typeface="SimHei" panose="02010609060101010101" pitchFamily="49" charset="-122"/>
              </a:rPr>
              <a:t>任务与要求</a:t>
            </a:r>
            <a:endParaRPr lang="zh-CN" altLang="en-US" sz="3600" dirty="0">
              <a:latin typeface="SimHei" panose="02010609060101010101" pitchFamily="49" charset="-122"/>
              <a:ea typeface="SimHei" panose="02010609060101010101" pitchFamily="49" charset="-122"/>
            </a:endParaRPr>
          </a:p>
        </p:txBody>
      </p:sp>
      <p:sp>
        <p:nvSpPr>
          <p:cNvPr id="40963" name="内容占位符 2"/>
          <p:cNvSpPr>
            <a:spLocks noGrp="1"/>
          </p:cNvSpPr>
          <p:nvPr>
            <p:ph idx="1"/>
          </p:nvPr>
        </p:nvSpPr>
        <p:spPr>
          <a:xfrm>
            <a:off x="719999" y="1612800"/>
            <a:ext cx="10753200" cy="3571875"/>
          </a:xfrm>
        </p:spPr>
        <p:txBody>
          <a:bodyPr/>
          <a:lstStyle/>
          <a:p>
            <a:pPr marL="381000" indent="-381000" defTabSz="814070" eaLnBrk="1" hangingPunct="1">
              <a:lnSpc>
                <a:spcPct val="100000"/>
              </a:lnSpc>
              <a:defRPr/>
            </a:pPr>
            <a:r>
              <a:rPr lang="zh-CN" altLang="zh-CN" dirty="0">
                <a:latin typeface="FangSong" panose="02010609060101010101" pitchFamily="49" charset="-122"/>
                <a:ea typeface="FangSong" panose="02010609060101010101" pitchFamily="49" charset="-122"/>
              </a:rPr>
              <a:t>以前面的基本技能训练为基础，尝试通过路由器的命令帮助、命令历史与命令编辑功能自主完成以下任务：</a:t>
            </a:r>
            <a:endParaRPr lang="en-US" altLang="zh-CN" dirty="0">
              <a:latin typeface="FangSong" panose="02010609060101010101" pitchFamily="49" charset="-122"/>
              <a:ea typeface="FangSong"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路由器历史命令存储的最大命令容量的配置（</a:t>
            </a:r>
            <a:r>
              <a:rPr lang="en-US" altLang="zh-CN" dirty="0">
                <a:solidFill>
                  <a:srgbClr val="0070C0"/>
                </a:solidFill>
                <a:latin typeface="KaiTi" panose="02010609060101010101" pitchFamily="49" charset="-122"/>
                <a:ea typeface="KaiTi" panose="02010609060101010101" pitchFamily="49" charset="-122"/>
              </a:rPr>
              <a:t>20</a:t>
            </a:r>
            <a:r>
              <a:rPr lang="zh-CN" altLang="en-US" dirty="0">
                <a:solidFill>
                  <a:srgbClr val="0070C0"/>
                </a:solidFill>
                <a:latin typeface="KaiTi" panose="02010609060101010101" pitchFamily="49" charset="-122"/>
                <a:ea typeface="KaiTi" panose="02010609060101010101" pitchFamily="49" charset="-122"/>
              </a:rPr>
              <a:t>条</a:t>
            </a:r>
            <a:r>
              <a:rPr lang="zh-CN" altLang="en-US"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路由器登录消息的配置（</a:t>
            </a:r>
            <a:r>
              <a:rPr lang="en-US" altLang="zh-CN" dirty="0">
                <a:solidFill>
                  <a:srgbClr val="0070C0"/>
                </a:solidFill>
                <a:latin typeface="KaiTi" panose="02010609060101010101" pitchFamily="49" charset="-122"/>
                <a:ea typeface="KaiTi" panose="02010609060101010101" pitchFamily="49" charset="-122"/>
              </a:rPr>
              <a:t>this is a test</a:t>
            </a:r>
            <a:r>
              <a:rPr lang="zh-CN" altLang="en-US"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路由器串行接口的配置（时钟频率</a:t>
            </a:r>
            <a:r>
              <a:rPr lang="en-US" altLang="zh-CN" dirty="0">
                <a:solidFill>
                  <a:srgbClr val="0070C0"/>
                </a:solidFill>
                <a:latin typeface="KaiTi" panose="02010609060101010101" pitchFamily="49" charset="-122"/>
                <a:ea typeface="KaiTi" panose="02010609060101010101" pitchFamily="49" charset="-122"/>
              </a:rPr>
              <a:t>128000</a:t>
            </a:r>
            <a:r>
              <a:rPr lang="zh-CN" altLang="en-US" dirty="0">
                <a:latin typeface="KaiTi" panose="02010609060101010101" pitchFamily="49" charset="-122"/>
                <a:ea typeface="KaiTi" panose="02010609060101010101" pitchFamily="49" charset="-122"/>
              </a:rPr>
              <a:t>）</a:t>
            </a:r>
            <a:r>
              <a:rPr lang="en-US" altLang="zh-CN" dirty="0">
                <a:latin typeface="KaiTi" panose="02010609060101010101" pitchFamily="49" charset="-122"/>
                <a:ea typeface="KaiTi" panose="02010609060101010101" pitchFamily="49" charset="-122"/>
              </a:rPr>
              <a:t>--R2</a:t>
            </a:r>
            <a:r>
              <a:rPr lang="zh-CN" altLang="en-US" dirty="0">
                <a:latin typeface="KaiTi" panose="02010609060101010101" pitchFamily="49" charset="-122"/>
                <a:ea typeface="KaiTi" panose="02010609060101010101" pitchFamily="49" charset="-122"/>
              </a:rPr>
              <a:t>的</a:t>
            </a:r>
            <a:r>
              <a:rPr lang="en-US" altLang="zh-CN" dirty="0">
                <a:latin typeface="KaiTi" panose="02010609060101010101" pitchFamily="49" charset="-122"/>
                <a:ea typeface="KaiTi" panose="02010609060101010101" pitchFamily="49" charset="-122"/>
              </a:rPr>
              <a:t>S0/0/0</a:t>
            </a:r>
            <a:r>
              <a:rPr lang="zh-CN" altLang="en-US" dirty="0">
                <a:latin typeface="KaiTi" panose="02010609060101010101" pitchFamily="49" charset="-122"/>
                <a:ea typeface="KaiTi" panose="02010609060101010101" pitchFamily="49" charset="-122"/>
              </a:rPr>
              <a:t>与</a:t>
            </a:r>
            <a:r>
              <a:rPr lang="en-US" altLang="zh-CN" dirty="0">
                <a:latin typeface="KaiTi" panose="02010609060101010101" pitchFamily="49" charset="-122"/>
                <a:ea typeface="KaiTi" panose="02010609060101010101" pitchFamily="49" charset="-122"/>
              </a:rPr>
              <a:t>R3</a:t>
            </a:r>
            <a:r>
              <a:rPr lang="zh-CN" altLang="en-US" dirty="0">
                <a:latin typeface="KaiTi" panose="02010609060101010101" pitchFamily="49" charset="-122"/>
                <a:ea typeface="KaiTi" panose="02010609060101010101" pitchFamily="49" charset="-122"/>
              </a:rPr>
              <a:t>的</a:t>
            </a:r>
            <a:r>
              <a:rPr lang="en-US" altLang="zh-CN" dirty="0">
                <a:latin typeface="KaiTi" panose="02010609060101010101" pitchFamily="49" charset="-122"/>
                <a:ea typeface="KaiTi" panose="02010609060101010101" pitchFamily="49" charset="-122"/>
              </a:rPr>
              <a:t>S0/0/1</a:t>
            </a:r>
            <a:r>
              <a:rPr lang="zh-CN" altLang="en-US"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en-US" dirty="0">
                <a:latin typeface="KaiTi" panose="02010609060101010101" pitchFamily="49" charset="-122"/>
                <a:ea typeface="KaiTi" panose="02010609060101010101" pitchFamily="49" charset="-122"/>
              </a:rPr>
              <a:t>实现由</a:t>
            </a:r>
            <a:r>
              <a:rPr lang="en-US" altLang="zh-CN" dirty="0">
                <a:latin typeface="KaiTi" panose="02010609060101010101" pitchFamily="49" charset="-122"/>
                <a:ea typeface="KaiTi" panose="02010609060101010101" pitchFamily="49" charset="-122"/>
              </a:rPr>
              <a:t>Telnet</a:t>
            </a:r>
            <a:r>
              <a:rPr lang="zh-CN" altLang="en-US" dirty="0">
                <a:latin typeface="KaiTi" panose="02010609060101010101" pitchFamily="49" charset="-122"/>
                <a:ea typeface="KaiTi" panose="02010609060101010101" pitchFamily="49" charset="-122"/>
              </a:rPr>
              <a:t>登录到路由器（密码设置为</a:t>
            </a:r>
            <a:r>
              <a:rPr lang="en-US" altLang="zh-CN" dirty="0">
                <a:solidFill>
                  <a:srgbClr val="0070C0"/>
                </a:solidFill>
                <a:latin typeface="KaiTi" panose="02010609060101010101" pitchFamily="49" charset="-122"/>
                <a:ea typeface="KaiTi" panose="02010609060101010101" pitchFamily="49" charset="-122"/>
              </a:rPr>
              <a:t>network</a:t>
            </a:r>
            <a:r>
              <a:rPr lang="zh-CN" altLang="en-US"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pic>
        <p:nvPicPr>
          <p:cNvPr id="4" name="图片 3"/>
          <p:cNvPicPr>
            <a:picLocks noChangeAspect="1"/>
          </p:cNvPicPr>
          <p:nvPr/>
        </p:nvPicPr>
        <p:blipFill>
          <a:blip r:embed="rId1"/>
          <a:stretch>
            <a:fillRect/>
          </a:stretch>
        </p:blipFill>
        <p:spPr>
          <a:xfrm>
            <a:off x="3166110" y="3859530"/>
            <a:ext cx="5861050" cy="299847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ctrTitle"/>
          </p:nvPr>
        </p:nvSpPr>
        <p:spPr>
          <a:xfrm>
            <a:off x="1" y="2676526"/>
            <a:ext cx="6088912" cy="830263"/>
          </a:xfrm>
        </p:spPr>
        <p:txBody>
          <a:bodyPr/>
          <a:lstStyle/>
          <a:p>
            <a:pPr algn="ctr" eaLnBrk="1" hangingPunct="1"/>
            <a:r>
              <a:rPr lang="zh-CN" altLang="en-US" sz="2800" dirty="0">
                <a:latin typeface="SimHei" panose="02010609060101010101" pitchFamily="49" charset="-122"/>
                <a:ea typeface="SimHei" panose="02010609060101010101" pitchFamily="49" charset="-122"/>
              </a:rPr>
              <a:t>配置与操作要点 </a:t>
            </a:r>
            <a:endParaRPr lang="zh-CN" altLang="en-US" sz="2800" dirty="0">
              <a:latin typeface="SimHei" panose="02010609060101010101" pitchFamily="49" charset="-122"/>
              <a:ea typeface="SimHei" panose="02010609060101010101" pitchFamily="49"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720000" y="360000"/>
            <a:ext cx="10753200" cy="838200"/>
          </a:xfrm>
        </p:spPr>
        <p:txBody>
          <a:bodyPr/>
          <a:lstStyle/>
          <a:p>
            <a:pPr>
              <a:defRPr/>
            </a:pPr>
            <a:r>
              <a:rPr lang="zh-CN" altLang="en-US" sz="3600" dirty="0">
                <a:latin typeface="SimHei" panose="02010609060101010101" pitchFamily="49" charset="-122"/>
                <a:ea typeface="SimHei" panose="02010609060101010101" pitchFamily="49" charset="-122"/>
              </a:rPr>
              <a:t>广域网接口配置</a:t>
            </a:r>
            <a:endParaRPr lang="zh-CN" altLang="en-US" sz="3600" dirty="0">
              <a:latin typeface="SimHei" panose="02010609060101010101" pitchFamily="49" charset="-122"/>
              <a:ea typeface="SimHei" panose="02010609060101010101" pitchFamily="49" charset="-122"/>
            </a:endParaRPr>
          </a:p>
        </p:txBody>
      </p:sp>
      <p:sp>
        <p:nvSpPr>
          <p:cNvPr id="45059" name="内容占位符 2"/>
          <p:cNvSpPr>
            <a:spLocks noGrp="1"/>
          </p:cNvSpPr>
          <p:nvPr>
            <p:ph idx="1"/>
          </p:nvPr>
        </p:nvSpPr>
        <p:spPr>
          <a:xfrm>
            <a:off x="720000" y="1612799"/>
            <a:ext cx="10753200" cy="4511553"/>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以</a:t>
            </a:r>
            <a:r>
              <a:rPr lang="en-US" altLang="zh-CN" dirty="0">
                <a:latin typeface="FangSong" panose="02010609060101010101" pitchFamily="49" charset="-122"/>
                <a:ea typeface="FangSong" panose="02010609060101010101" pitchFamily="49" charset="-122"/>
              </a:rPr>
              <a:t>R2</a:t>
            </a:r>
            <a:r>
              <a:rPr lang="zh-CN" altLang="en-US" dirty="0">
                <a:latin typeface="FangSong" panose="02010609060101010101" pitchFamily="49" charset="-122"/>
                <a:ea typeface="FangSong" panose="02010609060101010101" pitchFamily="49" charset="-122"/>
              </a:rPr>
              <a:t>上的</a:t>
            </a:r>
            <a:r>
              <a:rPr lang="en-US" altLang="zh-CN" dirty="0">
                <a:latin typeface="FangSong" panose="02010609060101010101" pitchFamily="49" charset="-122"/>
                <a:ea typeface="FangSong" panose="02010609060101010101" pitchFamily="49" charset="-122"/>
              </a:rPr>
              <a:t>S0/0/0</a:t>
            </a:r>
            <a:r>
              <a:rPr lang="zh-CN" altLang="en-US" dirty="0">
                <a:latin typeface="FangSong" panose="02010609060101010101" pitchFamily="49" charset="-122"/>
                <a:ea typeface="FangSong" panose="02010609060101010101" pitchFamily="49" charset="-122"/>
              </a:rPr>
              <a:t>接口为例</a:t>
            </a:r>
            <a:endParaRPr lang="en-US" altLang="zh-CN" dirty="0">
              <a:latin typeface="FangSong" panose="02010609060101010101" pitchFamily="49" charset="-122"/>
              <a:ea typeface="FangSong" panose="02010609060101010101" pitchFamily="49" charset="-122"/>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a:t>
            </a:r>
            <a:r>
              <a:rPr lang="en-US" altLang="zh-CN" kern="1200" dirty="0">
                <a:latin typeface="KaiTi" panose="02010609060101010101" pitchFamily="49" charset="-122"/>
                <a:ea typeface="KaiTi" panose="02010609060101010101" pitchFamily="49" charset="-122"/>
                <a:cs typeface="+mn-cs"/>
              </a:rPr>
              <a:t>show controllers </a:t>
            </a:r>
            <a:r>
              <a:rPr lang="en-US" altLang="zh-CN" i="1" kern="1200" dirty="0">
                <a:solidFill>
                  <a:srgbClr val="0070C0"/>
                </a:solidFill>
                <a:latin typeface="KaiTi" panose="02010609060101010101" pitchFamily="49" charset="-122"/>
                <a:ea typeface="KaiTi" panose="02010609060101010101" pitchFamily="49" charset="-122"/>
                <a:cs typeface="+mn-cs"/>
              </a:rPr>
              <a:t>s0/0/0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457200" lvl="1" indent="0">
              <a:defRPr/>
            </a:pPr>
            <a:r>
              <a:rPr lang="en-US" altLang="zh-CN" kern="1200" dirty="0">
                <a:latin typeface="KaiTi" panose="02010609060101010101" pitchFamily="49" charset="-122"/>
                <a:ea typeface="KaiTi" panose="02010609060101010101" pitchFamily="49" charset="-122"/>
                <a:cs typeface="+mn-cs"/>
              </a:rPr>
              <a:t>	Interface Serial0/0/0</a:t>
            </a:r>
            <a:endParaRPr lang="en-US" altLang="zh-CN" kern="1200" dirty="0">
              <a:latin typeface="KaiTi" panose="02010609060101010101" pitchFamily="49" charset="-122"/>
              <a:ea typeface="KaiTi" panose="02010609060101010101" pitchFamily="49" charset="-122"/>
              <a:cs typeface="+mn-cs"/>
            </a:endParaRPr>
          </a:p>
          <a:p>
            <a:pPr marL="457200" lvl="1" indent="0">
              <a:defRPr/>
            </a:pPr>
            <a:r>
              <a:rPr lang="en-US" altLang="zh-CN" kern="1200" dirty="0">
                <a:latin typeface="KaiTi" panose="02010609060101010101" pitchFamily="49" charset="-122"/>
                <a:ea typeface="KaiTi" panose="02010609060101010101" pitchFamily="49" charset="-122"/>
                <a:cs typeface="+mn-cs"/>
              </a:rPr>
              <a:t>	Hardware is </a:t>
            </a:r>
            <a:r>
              <a:rPr lang="en-US" altLang="zh-CN" kern="1200" dirty="0" err="1">
                <a:latin typeface="KaiTi" panose="02010609060101010101" pitchFamily="49" charset="-122"/>
                <a:ea typeface="KaiTi" panose="02010609060101010101" pitchFamily="49" charset="-122"/>
                <a:cs typeface="+mn-cs"/>
              </a:rPr>
              <a:t>PowerQUICC</a:t>
            </a:r>
            <a:r>
              <a:rPr lang="en-US" altLang="zh-CN" kern="1200" dirty="0">
                <a:latin typeface="KaiTi" panose="02010609060101010101" pitchFamily="49" charset="-122"/>
                <a:ea typeface="KaiTi" panose="02010609060101010101" pitchFamily="49" charset="-122"/>
                <a:cs typeface="+mn-cs"/>
              </a:rPr>
              <a:t> MPC860</a:t>
            </a:r>
            <a:endParaRPr lang="en-US" altLang="zh-CN" kern="1200" dirty="0">
              <a:latin typeface="KaiTi" panose="02010609060101010101" pitchFamily="49" charset="-122"/>
              <a:ea typeface="KaiTi" panose="02010609060101010101" pitchFamily="49" charset="-122"/>
              <a:cs typeface="+mn-cs"/>
            </a:endParaRPr>
          </a:p>
          <a:p>
            <a:pPr marL="457200" lvl="1" indent="0">
              <a:defRPr/>
            </a:pPr>
            <a:r>
              <a:rPr lang="en-US" altLang="zh-CN" kern="1200" dirty="0">
                <a:latin typeface="KaiTi" panose="02010609060101010101" pitchFamily="49" charset="-122"/>
                <a:ea typeface="KaiTi" panose="02010609060101010101" pitchFamily="49" charset="-122"/>
                <a:cs typeface="+mn-cs"/>
              </a:rPr>
              <a:t>	</a:t>
            </a:r>
            <a:r>
              <a:rPr lang="en-US" altLang="zh-CN" kern="1200" dirty="0">
                <a:solidFill>
                  <a:srgbClr val="FF0000"/>
                </a:solidFill>
                <a:latin typeface="KaiTi" panose="02010609060101010101" pitchFamily="49" charset="-122"/>
                <a:ea typeface="KaiTi" panose="02010609060101010101" pitchFamily="49" charset="-122"/>
                <a:cs typeface="+mn-cs"/>
              </a:rPr>
              <a:t>DCE V.35</a:t>
            </a:r>
            <a:r>
              <a:rPr lang="en-US" altLang="zh-CN" kern="1200" dirty="0">
                <a:latin typeface="KaiTi" panose="02010609060101010101" pitchFamily="49" charset="-122"/>
                <a:ea typeface="KaiTi" panose="02010609060101010101" pitchFamily="49" charset="-122"/>
                <a:cs typeface="+mn-cs"/>
              </a:rPr>
              <a:t>, clock rate </a:t>
            </a:r>
            <a:r>
              <a:rPr lang="en-US" altLang="zh-CN" kern="1200" dirty="0">
                <a:solidFill>
                  <a:srgbClr val="FF0000"/>
                </a:solidFill>
                <a:latin typeface="KaiTi" panose="02010609060101010101" pitchFamily="49" charset="-122"/>
                <a:ea typeface="KaiTi" panose="02010609060101010101" pitchFamily="49" charset="-122"/>
                <a:cs typeface="+mn-cs"/>
              </a:rPr>
              <a:t>2000000</a:t>
            </a:r>
            <a:endParaRPr lang="en-US" altLang="zh-CN" kern="1200" dirty="0">
              <a:solidFill>
                <a:srgbClr val="FF000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a:t>
            </a:r>
            <a:r>
              <a:rPr lang="en-US" altLang="zh-CN" kern="1200" dirty="0">
                <a:latin typeface="KaiTi" panose="02010609060101010101" pitchFamily="49" charset="-122"/>
                <a:ea typeface="KaiTi" panose="02010609060101010101" pitchFamily="49" charset="-122"/>
                <a:cs typeface="+mn-cs"/>
              </a:rPr>
              <a:t>interface </a:t>
            </a:r>
            <a:r>
              <a:rPr lang="en-US" altLang="zh-CN" i="1" kern="1200" dirty="0">
                <a:solidFill>
                  <a:srgbClr val="0070C0"/>
                </a:solidFill>
                <a:latin typeface="KaiTi" panose="02010609060101010101" pitchFamily="49" charset="-122"/>
                <a:ea typeface="KaiTi" panose="02010609060101010101" pitchFamily="49" charset="-122"/>
                <a:cs typeface="+mn-cs"/>
              </a:rPr>
              <a:t>s0/0/0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R2(config-if)#</a:t>
            </a:r>
            <a:r>
              <a:rPr lang="en-US" altLang="zh-CN" kern="1200" dirty="0">
                <a:latin typeface="KaiTi" panose="02010609060101010101" pitchFamily="49" charset="-122"/>
                <a:ea typeface="KaiTi" panose="02010609060101010101" pitchFamily="49" charset="-122"/>
                <a:cs typeface="+mn-cs"/>
              </a:rPr>
              <a:t>clock rate </a:t>
            </a:r>
            <a:r>
              <a:rPr lang="en-US" altLang="zh-CN" i="1" kern="1200" dirty="0">
                <a:solidFill>
                  <a:srgbClr val="0070C0"/>
                </a:solidFill>
                <a:latin typeface="KaiTi" panose="02010609060101010101" pitchFamily="49" charset="-122"/>
                <a:ea typeface="KaiTi" panose="02010609060101010101" pitchFamily="49" charset="-122"/>
                <a:cs typeface="+mn-cs"/>
              </a:rPr>
              <a:t>128000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R2(config-if)#</a:t>
            </a:r>
            <a:r>
              <a:rPr lang="en-US" altLang="zh-CN" kern="1200" dirty="0" err="1">
                <a:latin typeface="KaiTi" panose="02010609060101010101" pitchFamily="49" charset="-122"/>
                <a:ea typeface="KaiTi" panose="02010609060101010101" pitchFamily="49" charset="-122"/>
                <a:cs typeface="+mn-cs"/>
              </a:rPr>
              <a:t>ip</a:t>
            </a:r>
            <a:r>
              <a:rPr lang="en-US" altLang="zh-CN" kern="1200" dirty="0">
                <a:latin typeface="KaiTi" panose="02010609060101010101" pitchFamily="49" charset="-122"/>
                <a:ea typeface="KaiTi" panose="02010609060101010101" pitchFamily="49" charset="-122"/>
                <a:cs typeface="+mn-cs"/>
              </a:rPr>
              <a:t> address </a:t>
            </a:r>
            <a:r>
              <a:rPr lang="en-US" altLang="zh-CN" i="1" kern="1200" dirty="0">
                <a:solidFill>
                  <a:srgbClr val="0070C0"/>
                </a:solidFill>
                <a:latin typeface="KaiTi" panose="02010609060101010101" pitchFamily="49" charset="-122"/>
                <a:ea typeface="KaiTi" panose="02010609060101010101" pitchFamily="49" charset="-122"/>
                <a:cs typeface="+mn-cs"/>
              </a:rPr>
              <a:t>192.168.1.2 255.255.255.0</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R2(config-if)#</a:t>
            </a:r>
            <a:r>
              <a:rPr lang="en-US" altLang="zh-CN" kern="1200" dirty="0">
                <a:latin typeface="KaiTi" panose="02010609060101010101" pitchFamily="49" charset="-122"/>
                <a:ea typeface="KaiTi" panose="02010609060101010101" pitchFamily="49" charset="-122"/>
                <a:cs typeface="+mn-cs"/>
              </a:rPr>
              <a:t>no shutdown</a:t>
            </a:r>
            <a:endParaRPr lang="en-US" altLang="zh-CN" kern="1200" dirty="0">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R2(config-if)#</a:t>
            </a:r>
            <a:r>
              <a:rPr lang="en-US" altLang="zh-CN" kern="1200" dirty="0">
                <a:latin typeface="KaiTi" panose="02010609060101010101" pitchFamily="49" charset="-122"/>
                <a:ea typeface="KaiTi" panose="02010609060101010101" pitchFamily="49" charset="-122"/>
                <a:cs typeface="+mn-cs"/>
              </a:rPr>
              <a:t>^Z</a:t>
            </a:r>
            <a:endParaRPr lang="en-US" altLang="zh-CN" kern="1200" dirty="0">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a:t>
            </a:r>
            <a:endParaRPr lang="zh-CN" altLang="en-US" kern="1200" dirty="0">
              <a:solidFill>
                <a:srgbClr val="7030A0"/>
              </a:solidFill>
              <a:latin typeface="KaiTi" panose="02010609060101010101" pitchFamily="49" charset="-122"/>
              <a:ea typeface="KaiTi" panose="02010609060101010101" pitchFamily="49" charset="-122"/>
              <a:cs typeface="+mn-cs"/>
            </a:endParaRPr>
          </a:p>
        </p:txBody>
      </p:sp>
      <p:pic>
        <p:nvPicPr>
          <p:cNvPr id="2"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086712" y="3198149"/>
            <a:ext cx="3629025" cy="114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720000" y="360000"/>
            <a:ext cx="10753200" cy="838800"/>
          </a:xfrm>
        </p:spPr>
        <p:txBody>
          <a:bodyPr/>
          <a:lstStyle/>
          <a:p>
            <a:pPr>
              <a:defRPr/>
            </a:pPr>
            <a:r>
              <a:rPr lang="zh-CN" altLang="en-US" sz="3600" dirty="0">
                <a:latin typeface="SimHei" panose="02010609060101010101" pitchFamily="49" charset="-122"/>
                <a:ea typeface="SimHei" panose="02010609060101010101" pitchFamily="49" charset="-122"/>
              </a:rPr>
              <a:t>远程登录配置与验证</a:t>
            </a:r>
            <a:endParaRPr lang="zh-CN" altLang="en-US" sz="3600" dirty="0">
              <a:latin typeface="SimHei" panose="02010609060101010101" pitchFamily="49" charset="-122"/>
              <a:ea typeface="SimHei" panose="02010609060101010101" pitchFamily="49" charset="-122"/>
            </a:endParaRPr>
          </a:p>
        </p:txBody>
      </p:sp>
      <p:sp>
        <p:nvSpPr>
          <p:cNvPr id="46083" name="内容占位符 2"/>
          <p:cNvSpPr>
            <a:spLocks noGrp="1"/>
          </p:cNvSpPr>
          <p:nvPr>
            <p:ph idx="1"/>
          </p:nvPr>
        </p:nvSpPr>
        <p:spPr>
          <a:xfrm>
            <a:off x="720000" y="1612800"/>
            <a:ext cx="10753200" cy="4057650"/>
          </a:xfrm>
        </p:spPr>
        <p:txBody>
          <a:bodyPr/>
          <a:lstStyle/>
          <a:p>
            <a:pPr marL="381000" indent="-381000" defTabSz="814070" eaLnBrk="1" hangingPunct="1">
              <a:lnSpc>
                <a:spcPct val="100000"/>
              </a:lnSpc>
              <a:defRPr/>
            </a:pPr>
            <a:r>
              <a:rPr lang="zh-CN" altLang="en-US" dirty="0">
                <a:latin typeface="FangSong" panose="02010609060101010101" pitchFamily="49" charset="-122"/>
                <a:ea typeface="FangSong" panose="02010609060101010101" pitchFamily="49" charset="-122"/>
              </a:rPr>
              <a:t>以</a:t>
            </a:r>
            <a:r>
              <a:rPr lang="en-US" altLang="zh-CN" dirty="0">
                <a:latin typeface="FangSong" panose="02010609060101010101" pitchFamily="49" charset="-122"/>
                <a:ea typeface="FangSong" panose="02010609060101010101" pitchFamily="49" charset="-122"/>
              </a:rPr>
              <a:t>R2</a:t>
            </a:r>
            <a:r>
              <a:rPr lang="zh-CN" altLang="en-US" dirty="0">
                <a:latin typeface="FangSong" panose="02010609060101010101" pitchFamily="49" charset="-122"/>
                <a:ea typeface="FangSong" panose="02010609060101010101" pitchFamily="49" charset="-122"/>
              </a:rPr>
              <a:t>为例</a:t>
            </a:r>
            <a:endParaRPr lang="en-US" altLang="zh-CN" dirty="0">
              <a:latin typeface="FangSong" panose="02010609060101010101" pitchFamily="49" charset="-122"/>
              <a:ea typeface="FangSong" panose="02010609060101010101" pitchFamily="49" charset="-122"/>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a:t>
            </a:r>
            <a:r>
              <a:rPr lang="en-US" altLang="zh-CN" kern="1200" dirty="0">
                <a:latin typeface="KaiTi" panose="02010609060101010101" pitchFamily="49" charset="-122"/>
                <a:ea typeface="KaiTi" panose="02010609060101010101" pitchFamily="49" charset="-122"/>
                <a:cs typeface="+mn-cs"/>
              </a:rPr>
              <a:t>#line </a:t>
            </a:r>
            <a:r>
              <a:rPr lang="en-US" altLang="zh-CN" kern="1200" dirty="0" err="1">
                <a:latin typeface="KaiTi" panose="02010609060101010101" pitchFamily="49" charset="-122"/>
                <a:ea typeface="KaiTi" panose="02010609060101010101" pitchFamily="49" charset="-122"/>
                <a:cs typeface="+mn-cs"/>
              </a:rPr>
              <a:t>vty</a:t>
            </a:r>
            <a:r>
              <a:rPr lang="en-US" altLang="zh-CN" kern="1200" dirty="0">
                <a:latin typeface="KaiTi" panose="02010609060101010101" pitchFamily="49" charset="-122"/>
                <a:ea typeface="KaiTi" panose="02010609060101010101" pitchFamily="49" charset="-122"/>
                <a:cs typeface="+mn-cs"/>
              </a:rPr>
              <a:t> </a:t>
            </a:r>
            <a:r>
              <a:rPr lang="en-US" altLang="zh-CN" i="1" kern="1200" dirty="0">
                <a:solidFill>
                  <a:srgbClr val="0070C0"/>
                </a:solidFill>
                <a:latin typeface="KaiTi" panose="02010609060101010101" pitchFamily="49" charset="-122"/>
                <a:ea typeface="KaiTi" panose="02010609060101010101" pitchFamily="49" charset="-122"/>
                <a:cs typeface="+mn-cs"/>
              </a:rPr>
              <a:t>0</a:t>
            </a:r>
            <a:r>
              <a:rPr lang="en-US" altLang="zh-CN" kern="1200" dirty="0">
                <a:latin typeface="KaiTi" panose="02010609060101010101" pitchFamily="49" charset="-122"/>
                <a:ea typeface="KaiTi" panose="02010609060101010101" pitchFamily="49" charset="-122"/>
                <a:cs typeface="+mn-cs"/>
              </a:rPr>
              <a:t> </a:t>
            </a:r>
            <a:r>
              <a:rPr lang="en-US" altLang="zh-CN" i="1" kern="1200" dirty="0">
                <a:solidFill>
                  <a:srgbClr val="0070C0"/>
                </a:solidFill>
                <a:latin typeface="KaiTi" panose="02010609060101010101" pitchFamily="49" charset="-122"/>
                <a:ea typeface="KaiTi" panose="02010609060101010101" pitchFamily="49" charset="-122"/>
                <a:cs typeface="+mn-cs"/>
              </a:rPr>
              <a:t>4</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R2(config-line)#</a:t>
            </a:r>
            <a:r>
              <a:rPr lang="en-US" altLang="zh-CN" kern="1200" dirty="0">
                <a:latin typeface="KaiTi" panose="02010609060101010101" pitchFamily="49" charset="-122"/>
                <a:ea typeface="KaiTi" panose="02010609060101010101" pitchFamily="49" charset="-122"/>
                <a:cs typeface="+mn-cs"/>
              </a:rPr>
              <a:t>password </a:t>
            </a:r>
            <a:r>
              <a:rPr lang="en-US" altLang="zh-CN" i="1" kern="1200" dirty="0">
                <a:solidFill>
                  <a:srgbClr val="0070C0"/>
                </a:solidFill>
                <a:latin typeface="KaiTi" panose="02010609060101010101" pitchFamily="49" charset="-122"/>
                <a:ea typeface="KaiTi" panose="02010609060101010101" pitchFamily="49" charset="-122"/>
                <a:cs typeface="+mn-cs"/>
              </a:rPr>
              <a:t>network</a:t>
            </a:r>
            <a:endParaRPr lang="en-US" altLang="zh-CN" i="1" kern="1200" dirty="0">
              <a:solidFill>
                <a:srgbClr val="0070C0"/>
              </a:solidFill>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R2(config-line)#</a:t>
            </a:r>
            <a:r>
              <a:rPr lang="en-US" altLang="zh-CN" kern="1200" dirty="0">
                <a:latin typeface="KaiTi" panose="02010609060101010101" pitchFamily="49" charset="-122"/>
                <a:ea typeface="KaiTi" panose="02010609060101010101" pitchFamily="49" charset="-122"/>
                <a:cs typeface="+mn-cs"/>
              </a:rPr>
              <a:t>login</a:t>
            </a:r>
            <a:endParaRPr lang="en-US" altLang="zh-CN" kern="1200" dirty="0">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R2(config-line)#</a:t>
            </a:r>
            <a:r>
              <a:rPr lang="en-US" altLang="zh-CN" kern="1200" dirty="0">
                <a:latin typeface="KaiTi" panose="02010609060101010101" pitchFamily="49" charset="-122"/>
                <a:ea typeface="KaiTi" panose="02010609060101010101" pitchFamily="49" charset="-122"/>
                <a:cs typeface="+mn-cs"/>
              </a:rPr>
              <a:t>^Z</a:t>
            </a:r>
            <a:endParaRPr lang="en-US" altLang="zh-CN" kern="1200" dirty="0">
              <a:latin typeface="KaiTi" panose="02010609060101010101" pitchFamily="49" charset="-122"/>
              <a:ea typeface="KaiTi" panose="02010609060101010101" pitchFamily="49" charset="-122"/>
              <a:cs typeface="+mn-cs"/>
            </a:endParaRPr>
          </a:p>
          <a:p>
            <a:pPr marL="800100" lvl="1" indent="-342900">
              <a:buFont typeface="Wingdings" panose="05000000000000000000" pitchFamily="2" charset="2"/>
              <a:buChar char="Ø"/>
              <a:defRPr/>
            </a:pPr>
            <a:r>
              <a:rPr lang="en-US" altLang="zh-CN" kern="1200" dirty="0">
                <a:solidFill>
                  <a:srgbClr val="7030A0"/>
                </a:solidFill>
                <a:latin typeface="KaiTi" panose="02010609060101010101" pitchFamily="49" charset="-122"/>
                <a:ea typeface="KaiTi" panose="02010609060101010101" pitchFamily="49" charset="-122"/>
                <a:cs typeface="+mn-cs"/>
              </a:rPr>
              <a:t>R2#</a:t>
            </a:r>
            <a:endParaRPr lang="zh-CN" altLang="en-US" kern="1200" dirty="0">
              <a:solidFill>
                <a:srgbClr val="7030A0"/>
              </a:solidFill>
              <a:latin typeface="KaiTi" panose="02010609060101010101" pitchFamily="49" charset="-122"/>
              <a:ea typeface="KaiTi" panose="02010609060101010101" pitchFamily="49" charset="-122"/>
              <a:cs typeface="+mn-cs"/>
            </a:endParaRPr>
          </a:p>
        </p:txBody>
      </p:sp>
      <p:sp>
        <p:nvSpPr>
          <p:cNvPr id="4" name="内容占位符 2"/>
          <p:cNvSpPr txBox="1"/>
          <p:nvPr/>
        </p:nvSpPr>
        <p:spPr bwMode="auto">
          <a:xfrm>
            <a:off x="5940057" y="1612800"/>
            <a:ext cx="5533144" cy="3571875"/>
          </a:xfrm>
          <a:prstGeom prst="rect">
            <a:avLst/>
          </a:prstGeom>
          <a:noFill/>
          <a:ln>
            <a:noFill/>
          </a:ln>
          <a:effectLst/>
        </p:spPr>
        <p:txBody>
          <a:bodyPr vert="horz" wrap="square" lIns="82124" tIns="41061" rIns="82124" bIns="41061" numCol="1" anchor="t" anchorCtr="0" compatLnSpc="1"/>
          <a:lstStyle>
            <a:lvl1pPr marL="236855" indent="-236855" algn="l" defTabSz="814070"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070"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070"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070" rtl="0" eaLnBrk="0" fontAlgn="base" hangingPunct="0">
              <a:lnSpc>
                <a:spcPct val="95000"/>
              </a:lnSpc>
              <a:spcBef>
                <a:spcPct val="35000"/>
              </a:spcBef>
              <a:spcAft>
                <a:spcPct val="0"/>
              </a:spcAft>
              <a:buClr>
                <a:srgbClr val="708CA1"/>
              </a:buClr>
              <a:defRPr sz="2000">
                <a:solidFill>
                  <a:schemeClr val="tx1"/>
                </a:solidFill>
                <a:latin typeface="+mn-lt"/>
              </a:defRPr>
            </a:lvl4pPr>
            <a:lvl5pPr marL="1605280" indent="224155" algn="l" defTabSz="814070" rtl="0" eaLnBrk="0" fontAlgn="base" hangingPunct="0">
              <a:lnSpc>
                <a:spcPct val="95000"/>
              </a:lnSpc>
              <a:spcBef>
                <a:spcPct val="35000"/>
              </a:spcBef>
              <a:spcAft>
                <a:spcPct val="0"/>
              </a:spcAft>
              <a:buClr>
                <a:srgbClr val="708CA1"/>
              </a:buClr>
              <a:defRPr sz="2000">
                <a:solidFill>
                  <a:schemeClr val="tx1"/>
                </a:solidFill>
                <a:latin typeface="+mn-lt"/>
              </a:defRPr>
            </a:lvl5pPr>
            <a:lvl6pPr marL="2062480" algn="l" defTabSz="814070" rtl="0" fontAlgn="base">
              <a:lnSpc>
                <a:spcPct val="95000"/>
              </a:lnSpc>
              <a:spcBef>
                <a:spcPct val="35000"/>
              </a:spcBef>
              <a:spcAft>
                <a:spcPct val="0"/>
              </a:spcAft>
              <a:buClr>
                <a:srgbClr val="708CA1"/>
              </a:buClr>
              <a:defRPr sz="2000">
                <a:solidFill>
                  <a:schemeClr val="tx1"/>
                </a:solidFill>
                <a:latin typeface="+mn-lt"/>
              </a:defRPr>
            </a:lvl6pPr>
            <a:lvl7pPr marL="2519680" algn="l" defTabSz="814070" rtl="0" fontAlgn="base">
              <a:lnSpc>
                <a:spcPct val="95000"/>
              </a:lnSpc>
              <a:spcBef>
                <a:spcPct val="35000"/>
              </a:spcBef>
              <a:spcAft>
                <a:spcPct val="0"/>
              </a:spcAft>
              <a:buClr>
                <a:srgbClr val="708CA1"/>
              </a:buClr>
              <a:defRPr sz="2000">
                <a:solidFill>
                  <a:schemeClr val="tx1"/>
                </a:solidFill>
                <a:latin typeface="+mn-lt"/>
              </a:defRPr>
            </a:lvl7pPr>
            <a:lvl8pPr marL="2976880" algn="l" defTabSz="814070" rtl="0" fontAlgn="base">
              <a:lnSpc>
                <a:spcPct val="95000"/>
              </a:lnSpc>
              <a:spcBef>
                <a:spcPct val="35000"/>
              </a:spcBef>
              <a:spcAft>
                <a:spcPct val="0"/>
              </a:spcAft>
              <a:buClr>
                <a:srgbClr val="708CA1"/>
              </a:buClr>
              <a:defRPr sz="2000">
                <a:solidFill>
                  <a:schemeClr val="tx1"/>
                </a:solidFill>
                <a:latin typeface="+mn-lt"/>
              </a:defRPr>
            </a:lvl8pPr>
            <a:lvl9pPr marL="3434080" algn="l" defTabSz="814070" rtl="0" fontAlgn="base">
              <a:lnSpc>
                <a:spcPct val="95000"/>
              </a:lnSpc>
              <a:spcBef>
                <a:spcPct val="35000"/>
              </a:spcBef>
              <a:spcAft>
                <a:spcPct val="0"/>
              </a:spcAft>
              <a:buClr>
                <a:srgbClr val="708CA1"/>
              </a:buClr>
              <a:defRPr sz="2000">
                <a:solidFill>
                  <a:schemeClr val="tx1"/>
                </a:solidFill>
                <a:latin typeface="+mn-lt"/>
              </a:defRPr>
            </a:lvl9pPr>
          </a:lstStyle>
          <a:p>
            <a:pPr>
              <a:defRPr/>
            </a:pPr>
            <a:r>
              <a:rPr lang="zh-CN" altLang="en-US" dirty="0">
                <a:latin typeface="FangSong" panose="02010609060101010101" pitchFamily="49" charset="-122"/>
                <a:ea typeface="FangSong" panose="02010609060101010101" pitchFamily="49" charset="-122"/>
              </a:rPr>
              <a:t>从</a:t>
            </a:r>
            <a:r>
              <a:rPr lang="en-US" altLang="zh-CN" dirty="0">
                <a:latin typeface="FangSong" panose="02010609060101010101" pitchFamily="49" charset="-122"/>
                <a:ea typeface="FangSong" panose="02010609060101010101" pitchFamily="49" charset="-122"/>
              </a:rPr>
              <a:t>PC2</a:t>
            </a:r>
            <a:r>
              <a:rPr lang="zh-CN" altLang="en-US" dirty="0">
                <a:latin typeface="FangSong" panose="02010609060101010101" pitchFamily="49" charset="-122"/>
                <a:ea typeface="FangSong" panose="02010609060101010101" pitchFamily="49" charset="-122"/>
              </a:rPr>
              <a:t>发起远程登录，输入密码，并退出</a:t>
            </a:r>
            <a:endParaRPr lang="zh-CN" altLang="en-US" dirty="0">
              <a:latin typeface="FangSong" panose="02010609060101010101" pitchFamily="49" charset="-122"/>
              <a:ea typeface="FangSong" panose="02010609060101010101" pitchFamily="49" charset="-122"/>
            </a:endParaRPr>
          </a:p>
        </p:txBody>
      </p:sp>
      <p:pic>
        <p:nvPicPr>
          <p:cNvPr id="5"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72597" y="2585457"/>
            <a:ext cx="5400603" cy="308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ctrTitle"/>
          </p:nvPr>
        </p:nvSpPr>
        <p:spPr>
          <a:xfrm>
            <a:off x="1" y="2676526"/>
            <a:ext cx="6103088" cy="830263"/>
          </a:xfrm>
        </p:spPr>
        <p:txBody>
          <a:bodyPr/>
          <a:lstStyle/>
          <a:p>
            <a:pPr algn="ctr" eaLnBrk="1" hangingPunct="1"/>
            <a:r>
              <a:rPr lang="zh-CN" altLang="en-US" sz="2800" dirty="0">
                <a:latin typeface="SimHei" panose="02010609060101010101" pitchFamily="49" charset="-122"/>
                <a:ea typeface="SimHei" panose="02010609060101010101" pitchFamily="49" charset="-122"/>
              </a:rPr>
              <a:t>四、问题与思考</a:t>
            </a:r>
            <a:endParaRPr lang="zh-CN" altLang="en-US" sz="2800" dirty="0">
              <a:latin typeface="SimHei" panose="02010609060101010101" pitchFamily="49" charset="-122"/>
              <a:ea typeface="SimHei" panose="02010609060101010101"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720000" y="360000"/>
            <a:ext cx="10753200" cy="838200"/>
          </a:xfrm>
        </p:spPr>
        <p:txBody>
          <a:bodyPr/>
          <a:lstStyle/>
          <a:p>
            <a:pPr>
              <a:defRPr/>
            </a:pPr>
            <a:r>
              <a:rPr lang="zh-CN" altLang="en-US" sz="3600" dirty="0">
                <a:latin typeface="SimHei" panose="02010609060101010101" pitchFamily="49" charset="-122"/>
                <a:ea typeface="SimHei" panose="02010609060101010101" pitchFamily="49" charset="-122"/>
              </a:rPr>
              <a:t>问题与思考</a:t>
            </a:r>
            <a:endParaRPr lang="zh-CN" altLang="en-US" sz="3600" dirty="0">
              <a:latin typeface="SimHei" panose="02010609060101010101" pitchFamily="49" charset="-122"/>
              <a:ea typeface="SimHei" panose="02010609060101010101" pitchFamily="49" charset="-122"/>
            </a:endParaRPr>
          </a:p>
        </p:txBody>
      </p:sp>
      <p:sp>
        <p:nvSpPr>
          <p:cNvPr id="50179" name="内容占位符 2"/>
          <p:cNvSpPr>
            <a:spLocks noGrp="1"/>
          </p:cNvSpPr>
          <p:nvPr>
            <p:ph idx="1"/>
          </p:nvPr>
        </p:nvSpPr>
        <p:spPr>
          <a:xfrm>
            <a:off x="720000" y="1612800"/>
            <a:ext cx="10753200" cy="4206753"/>
          </a:xfrm>
        </p:spPr>
        <p:txBody>
          <a:bodyPr/>
          <a:lstStyle/>
          <a:p>
            <a:pPr marL="457200" indent="-457200" defTabSz="814070" eaLnBrk="1" hangingPunct="1">
              <a:lnSpc>
                <a:spcPct val="100000"/>
              </a:lnSpc>
              <a:buFont typeface="+mj-lt"/>
              <a:buAutoNum type="arabicPeriod"/>
              <a:defRPr/>
            </a:pPr>
            <a:r>
              <a:rPr lang="zh-CN" altLang="zh-CN" dirty="0">
                <a:latin typeface="FangSong" panose="02010609060101010101" pitchFamily="49" charset="-122"/>
                <a:ea typeface="FangSong" panose="02010609060101010101" pitchFamily="49" charset="-122"/>
              </a:rPr>
              <a:t>如果超级终端无法连接到路由器，应该如何解决？</a:t>
            </a:r>
            <a:r>
              <a:rPr lang="en-US" altLang="zh-CN" dirty="0">
                <a:latin typeface="FangSong" panose="02010609060101010101" pitchFamily="49" charset="-122"/>
                <a:ea typeface="FangSong" panose="02010609060101010101" pitchFamily="49" charset="-122"/>
              </a:rPr>
              <a:t> </a:t>
            </a:r>
            <a:endParaRPr lang="zh-CN" altLang="zh-CN" dirty="0">
              <a:latin typeface="FangSong" panose="02010609060101010101" pitchFamily="49" charset="-122"/>
              <a:ea typeface="FangSong" panose="02010609060101010101" pitchFamily="49" charset="-122"/>
            </a:endParaRPr>
          </a:p>
          <a:p>
            <a:pPr marL="457200" indent="-457200" defTabSz="814070" eaLnBrk="1" hangingPunct="1">
              <a:lnSpc>
                <a:spcPct val="100000"/>
              </a:lnSpc>
              <a:buFont typeface="+mj-lt"/>
              <a:buAutoNum type="arabicPeriod"/>
              <a:defRPr/>
            </a:pPr>
            <a:r>
              <a:rPr lang="zh-CN" altLang="zh-CN" dirty="0">
                <a:latin typeface="FangSong" panose="02010609060101010101" pitchFamily="49" charset="-122"/>
                <a:ea typeface="FangSong" panose="02010609060101010101" pitchFamily="49" charset="-122"/>
              </a:rPr>
              <a:t>由于公司总部与分部相隔甚远，位于总部的网络管理人员无法直接通过控制端口对位于公司分部的远端路由器进行访问，请问该如何解决该问题？</a:t>
            </a:r>
            <a:endParaRPr lang="zh-CN" altLang="zh-CN" dirty="0">
              <a:latin typeface="FangSong" panose="02010609060101010101" pitchFamily="49" charset="-122"/>
              <a:ea typeface="FangSong" panose="02010609060101010101" pitchFamily="49" charset="-122"/>
            </a:endParaRPr>
          </a:p>
          <a:p>
            <a:pPr marL="457200" indent="-457200" defTabSz="814070" eaLnBrk="1" hangingPunct="1">
              <a:lnSpc>
                <a:spcPct val="100000"/>
              </a:lnSpc>
              <a:buFont typeface="+mj-lt"/>
              <a:buAutoNum type="arabicPeriod"/>
              <a:defRPr/>
            </a:pPr>
            <a:r>
              <a:rPr lang="zh-CN" altLang="zh-CN" dirty="0">
                <a:latin typeface="FangSong" panose="02010609060101010101" pitchFamily="49" charset="-122"/>
                <a:ea typeface="FangSong" panose="02010609060101010101" pitchFamily="49" charset="-122"/>
              </a:rPr>
              <a:t>在进行控制线路密码的配置时，为什么在命令“</a:t>
            </a:r>
            <a:r>
              <a:rPr lang="en-US" altLang="zh-CN" dirty="0">
                <a:latin typeface="FangSong" panose="02010609060101010101" pitchFamily="49" charset="-122"/>
                <a:ea typeface="FangSong" panose="02010609060101010101" pitchFamily="49" charset="-122"/>
              </a:rPr>
              <a:t>line console</a:t>
            </a:r>
            <a:r>
              <a:rPr lang="zh-CN" altLang="zh-CN" dirty="0">
                <a:latin typeface="FangSong" panose="02010609060101010101" pitchFamily="49" charset="-122"/>
                <a:ea typeface="FangSong" panose="02010609060101010101" pitchFamily="49" charset="-122"/>
              </a:rPr>
              <a:t>”后面，可选的参数只有</a:t>
            </a:r>
            <a:r>
              <a:rPr lang="en-US" altLang="zh-CN" dirty="0">
                <a:latin typeface="FangSong" panose="02010609060101010101" pitchFamily="49" charset="-122"/>
                <a:ea typeface="FangSong" panose="02010609060101010101" pitchFamily="49" charset="-122"/>
              </a:rPr>
              <a:t>0</a:t>
            </a:r>
            <a:r>
              <a:rPr lang="zh-CN" altLang="zh-CN" dirty="0">
                <a:latin typeface="FangSong" panose="02010609060101010101" pitchFamily="49" charset="-122"/>
                <a:ea typeface="FangSong" panose="02010609060101010101" pitchFamily="49" charset="-122"/>
              </a:rPr>
              <a:t>？</a:t>
            </a:r>
            <a:endParaRPr lang="zh-CN" altLang="zh-CN" dirty="0">
              <a:latin typeface="FangSong" panose="02010609060101010101" pitchFamily="49" charset="-122"/>
              <a:ea typeface="FangSong" panose="02010609060101010101" pitchFamily="49" charset="-122"/>
            </a:endParaRPr>
          </a:p>
          <a:p>
            <a:pPr marL="457200" indent="-457200" defTabSz="814070" eaLnBrk="1" hangingPunct="1">
              <a:lnSpc>
                <a:spcPct val="100000"/>
              </a:lnSpc>
              <a:buFont typeface="+mj-lt"/>
              <a:buAutoNum type="arabicPeriod"/>
              <a:defRPr/>
            </a:pPr>
            <a:r>
              <a:rPr lang="zh-CN" altLang="zh-CN" dirty="0">
                <a:latin typeface="FangSong" panose="02010609060101010101" pitchFamily="49" charset="-122"/>
                <a:ea typeface="FangSong" panose="02010609060101010101" pitchFamily="49" charset="-122"/>
              </a:rPr>
              <a:t>为什么</a:t>
            </a:r>
            <a:r>
              <a:rPr lang="en-US" altLang="zh-CN" dirty="0">
                <a:latin typeface="FangSong" panose="02010609060101010101" pitchFamily="49" charset="-122"/>
                <a:ea typeface="FangSong" panose="02010609060101010101" pitchFamily="49" charset="-122"/>
              </a:rPr>
              <a:t>VTY</a:t>
            </a:r>
            <a:r>
              <a:rPr lang="zh-CN" altLang="zh-CN" dirty="0">
                <a:latin typeface="FangSong" panose="02010609060101010101" pitchFamily="49" charset="-122"/>
                <a:ea typeface="FangSong" panose="02010609060101010101" pitchFamily="49" charset="-122"/>
              </a:rPr>
              <a:t>方式不能被用于路由器的初始化配置？路由器初始化配置可通过什么访问方式来实现？</a:t>
            </a:r>
            <a:endParaRPr lang="zh-CN" altLang="zh-CN" dirty="0">
              <a:latin typeface="FangSong" panose="02010609060101010101" pitchFamily="49" charset="-122"/>
              <a:ea typeface="FangSong" panose="02010609060101010101" pitchFamily="49" charset="-122"/>
            </a:endParaRPr>
          </a:p>
          <a:p>
            <a:pPr marL="457200" indent="-457200" defTabSz="814070" eaLnBrk="1" hangingPunct="1">
              <a:lnSpc>
                <a:spcPct val="100000"/>
              </a:lnSpc>
              <a:buFont typeface="+mj-lt"/>
              <a:buAutoNum type="arabicPeriod"/>
              <a:defRPr/>
            </a:pPr>
            <a:r>
              <a:rPr lang="zh-CN" altLang="zh-CN" dirty="0">
                <a:latin typeface="FangSong" panose="02010609060101010101" pitchFamily="49" charset="-122"/>
                <a:ea typeface="FangSong" panose="02010609060101010101" pitchFamily="49" charset="-122"/>
              </a:rPr>
              <a:t>如果为</a:t>
            </a:r>
            <a:r>
              <a:rPr lang="en-US" altLang="zh-CN" dirty="0">
                <a:latin typeface="FangSong" panose="02010609060101010101" pitchFamily="49" charset="-122"/>
                <a:ea typeface="FangSong" panose="02010609060101010101" pitchFamily="49" charset="-122"/>
              </a:rPr>
              <a:t>R1</a:t>
            </a:r>
            <a:r>
              <a:rPr lang="zh-CN" altLang="zh-CN" dirty="0">
                <a:latin typeface="FangSong" panose="02010609060101010101" pitchFamily="49" charset="-122"/>
                <a:ea typeface="FangSong" panose="02010609060101010101" pitchFamily="49" charset="-122"/>
              </a:rPr>
              <a:t>的</a:t>
            </a:r>
            <a:r>
              <a:rPr lang="en-US" altLang="zh-CN" dirty="0">
                <a:latin typeface="FangSong" panose="02010609060101010101" pitchFamily="49" charset="-122"/>
                <a:ea typeface="FangSong" panose="02010609060101010101" pitchFamily="49" charset="-122"/>
              </a:rPr>
              <a:t>gi 0/0/0</a:t>
            </a:r>
            <a:r>
              <a:rPr lang="zh-CN" altLang="zh-CN" dirty="0">
                <a:latin typeface="FangSong" panose="02010609060101010101" pitchFamily="49" charset="-122"/>
                <a:ea typeface="FangSong" panose="02010609060101010101" pitchFamily="49" charset="-122"/>
              </a:rPr>
              <a:t>接口配置的</a:t>
            </a:r>
            <a:r>
              <a:rPr lang="en-US" altLang="zh-CN" dirty="0">
                <a:latin typeface="FangSong" panose="02010609060101010101" pitchFamily="49" charset="-122"/>
                <a:ea typeface="FangSong" panose="02010609060101010101" pitchFamily="49" charset="-122"/>
              </a:rPr>
              <a:t>IP</a:t>
            </a:r>
            <a:r>
              <a:rPr lang="zh-CN" altLang="zh-CN" dirty="0">
                <a:latin typeface="FangSong" panose="02010609060101010101" pitchFamily="49" charset="-122"/>
                <a:ea typeface="FangSong" panose="02010609060101010101" pitchFamily="49" charset="-122"/>
              </a:rPr>
              <a:t>地址与</a:t>
            </a:r>
            <a:r>
              <a:rPr lang="en-US" altLang="zh-CN" dirty="0">
                <a:latin typeface="FangSong" panose="02010609060101010101" pitchFamily="49" charset="-122"/>
                <a:ea typeface="FangSong" panose="02010609060101010101" pitchFamily="49" charset="-122"/>
              </a:rPr>
              <a:t>S0/0/0</a:t>
            </a:r>
            <a:r>
              <a:rPr lang="zh-CN" altLang="zh-CN" dirty="0">
                <a:latin typeface="FangSong" panose="02010609060101010101" pitchFamily="49" charset="-122"/>
                <a:ea typeface="FangSong" panose="02010609060101010101" pitchFamily="49" charset="-122"/>
              </a:rPr>
              <a:t>接口的</a:t>
            </a:r>
            <a:r>
              <a:rPr lang="en-US" altLang="zh-CN" dirty="0">
                <a:latin typeface="FangSong" panose="02010609060101010101" pitchFamily="49" charset="-122"/>
                <a:ea typeface="FangSong" panose="02010609060101010101" pitchFamily="49" charset="-122"/>
              </a:rPr>
              <a:t>IP</a:t>
            </a:r>
            <a:r>
              <a:rPr lang="zh-CN" altLang="zh-CN" dirty="0">
                <a:latin typeface="FangSong" panose="02010609060101010101" pitchFamily="49" charset="-122"/>
                <a:ea typeface="FangSong" panose="02010609060101010101" pitchFamily="49" charset="-122"/>
              </a:rPr>
              <a:t>地址网络号一样，会出现什么情况？为什么？</a:t>
            </a:r>
            <a:endParaRPr lang="zh-CN" altLang="zh-CN" dirty="0">
              <a:latin typeface="FangSong" panose="02010609060101010101" pitchFamily="49" charset="-122"/>
              <a:ea typeface="FangSong" panose="02010609060101010101" pitchFamily="49" charset="-122"/>
            </a:endParaRPr>
          </a:p>
          <a:p>
            <a:pPr>
              <a:defRPr/>
            </a:pPr>
            <a:endParaRPr lang="zh-CN" altLang="en-US" dirty="0">
              <a:ea typeface="宋体"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4"/>
          <p:cNvSpPr>
            <a:spLocks noGrp="1" noChangeArrowheads="1"/>
          </p:cNvSpPr>
          <p:nvPr>
            <p:ph type="ctrTitle"/>
          </p:nvPr>
        </p:nvSpPr>
        <p:spPr>
          <a:xfrm>
            <a:off x="0" y="2671763"/>
            <a:ext cx="6103087" cy="830262"/>
          </a:xfrm>
        </p:spPr>
        <p:txBody>
          <a:bodyPr/>
          <a:lstStyle/>
          <a:p>
            <a:pPr algn="ctr" eaLnBrk="1" hangingPunct="1"/>
            <a:r>
              <a:rPr lang="zh-CN" altLang="en-US" sz="2800" dirty="0">
                <a:latin typeface="SimHei" panose="02010609060101010101" pitchFamily="49" charset="-122"/>
                <a:ea typeface="SimHei" panose="02010609060101010101" pitchFamily="49" charset="-122"/>
              </a:rPr>
              <a:t>五、创新活动 </a:t>
            </a:r>
            <a:endParaRPr lang="zh-CN" altLang="en-US" sz="2800" dirty="0">
              <a:latin typeface="SimHei" panose="02010609060101010101" pitchFamily="49" charset="-122"/>
              <a:ea typeface="SimHei"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720000" y="360000"/>
            <a:ext cx="10753200" cy="838800"/>
          </a:xfrm>
        </p:spPr>
        <p:txBody>
          <a:bodyPr/>
          <a:lstStyle/>
          <a:p>
            <a:pPr>
              <a:defRPr/>
            </a:pPr>
            <a:r>
              <a:rPr lang="zh-CN" altLang="en-US" sz="3600" dirty="0">
                <a:latin typeface="SimHei" panose="02010609060101010101" pitchFamily="49" charset="-122"/>
                <a:ea typeface="SimHei" panose="02010609060101010101" pitchFamily="49" charset="-122"/>
              </a:rPr>
              <a:t>任务与要求</a:t>
            </a:r>
            <a:endParaRPr lang="zh-CN" altLang="en-US" sz="3600" dirty="0">
              <a:latin typeface="SimHei" panose="02010609060101010101" pitchFamily="49" charset="-122"/>
              <a:ea typeface="SimHei" panose="02010609060101010101" pitchFamily="49" charset="-122"/>
            </a:endParaRPr>
          </a:p>
        </p:txBody>
      </p:sp>
      <p:sp>
        <p:nvSpPr>
          <p:cNvPr id="52227" name="内容占位符 2"/>
          <p:cNvSpPr>
            <a:spLocks noGrp="1"/>
          </p:cNvSpPr>
          <p:nvPr>
            <p:ph idx="1"/>
          </p:nvPr>
        </p:nvSpPr>
        <p:spPr>
          <a:xfrm>
            <a:off x="720000" y="1612800"/>
            <a:ext cx="10587567" cy="3571875"/>
          </a:xfrm>
        </p:spPr>
        <p:txBody>
          <a:bodyPr/>
          <a:lstStyle/>
          <a:p>
            <a:pPr marL="381000" indent="-381000" defTabSz="814070" eaLnBrk="1" hangingPunct="1">
              <a:lnSpc>
                <a:spcPct val="100000"/>
              </a:lnSpc>
              <a:defRPr/>
            </a:pPr>
            <a:r>
              <a:rPr lang="zh-CN" altLang="zh-CN" dirty="0">
                <a:latin typeface="FangSong" panose="02010609060101010101" pitchFamily="49" charset="-122"/>
                <a:ea typeface="FangSong" panose="02010609060101010101" pitchFamily="49" charset="-122"/>
              </a:rPr>
              <a:t>某企业网络拓扑结构如图所示，总部与两个分公司通过串行线路相连，请你：</a:t>
            </a:r>
            <a:endParaRPr lang="zh-CN" altLang="zh-CN" dirty="0">
              <a:latin typeface="FangSong" panose="02010609060101010101" pitchFamily="49" charset="-122"/>
              <a:ea typeface="FangSong" panose="02010609060101010101" pitchFamily="49" charset="-122"/>
            </a:endParaRPr>
          </a:p>
          <a:p>
            <a:pPr marL="914400" lvl="1" indent="-457200">
              <a:lnSpc>
                <a:spcPct val="85000"/>
              </a:lnSpc>
              <a:buFontTx/>
              <a:buAutoNum type="arabicPeriod"/>
              <a:defRPr/>
            </a:pPr>
            <a:r>
              <a:rPr lang="zh-CN" altLang="zh-CN" dirty="0">
                <a:latin typeface="KaiTi" panose="02010609060101010101" pitchFamily="49" charset="-122"/>
                <a:ea typeface="KaiTi" panose="02010609060101010101" pitchFamily="49" charset="-122"/>
              </a:rPr>
              <a:t>对每个路由器进行</a:t>
            </a:r>
            <a:r>
              <a:rPr lang="en-US" altLang="zh-CN" dirty="0">
                <a:latin typeface="KaiTi" panose="02010609060101010101" pitchFamily="49" charset="-122"/>
                <a:ea typeface="KaiTi" panose="02010609060101010101" pitchFamily="49" charset="-122"/>
              </a:rPr>
              <a:t>IP</a:t>
            </a:r>
            <a:r>
              <a:rPr lang="zh-CN" altLang="zh-CN" dirty="0">
                <a:latin typeface="KaiTi" panose="02010609060101010101" pitchFamily="49" charset="-122"/>
                <a:ea typeface="KaiTi" panose="02010609060101010101" pitchFamily="49" charset="-122"/>
              </a:rPr>
              <a:t>地址的规划并进行分配，然后对每个路由器通过控制台配置其特权密码、</a:t>
            </a:r>
            <a:r>
              <a:rPr lang="en-US" altLang="zh-CN" dirty="0">
                <a:latin typeface="KaiTi" panose="02010609060101010101" pitchFamily="49" charset="-122"/>
                <a:ea typeface="KaiTi" panose="02010609060101010101" pitchFamily="49" charset="-122"/>
              </a:rPr>
              <a:t>telnet</a:t>
            </a:r>
            <a:r>
              <a:rPr lang="zh-CN" altLang="zh-CN" dirty="0">
                <a:latin typeface="KaiTi" panose="02010609060101010101" pitchFamily="49" charset="-122"/>
                <a:ea typeface="KaiTi" panose="02010609060101010101" pitchFamily="49" charset="-122"/>
              </a:rPr>
              <a:t>密码、所有的快速以太网接口和串行接口；</a:t>
            </a:r>
            <a:endParaRPr lang="zh-CN" altLang="zh-CN"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zh-CN" dirty="0">
                <a:latin typeface="KaiTi" panose="02010609060101010101" pitchFamily="49" charset="-122"/>
                <a:ea typeface="KaiTi" panose="02010609060101010101" pitchFamily="49" charset="-122"/>
              </a:rPr>
              <a:t>分析在上述配置的基础上，该网络所能实现的网络连通性；</a:t>
            </a:r>
            <a:endParaRPr lang="zh-CN" altLang="zh-CN" dirty="0">
              <a:latin typeface="KaiTi" panose="02010609060101010101" pitchFamily="49" charset="-122"/>
              <a:ea typeface="KaiTi" panose="02010609060101010101" pitchFamily="49" charset="-122"/>
            </a:endParaRPr>
          </a:p>
          <a:p>
            <a:pPr marL="914400" lvl="1" indent="-457200">
              <a:lnSpc>
                <a:spcPct val="85000"/>
              </a:lnSpc>
              <a:buFontTx/>
              <a:buAutoNum type="arabicPeriod"/>
              <a:defRPr/>
            </a:pPr>
            <a:r>
              <a:rPr lang="zh-CN" altLang="zh-CN" dirty="0">
                <a:latin typeface="KaiTi" panose="02010609060101010101" pitchFamily="49" charset="-122"/>
                <a:ea typeface="KaiTi" panose="02010609060101010101" pitchFamily="49" charset="-122"/>
              </a:rPr>
              <a:t>在上述配置的基础上，设计或提供一种解决方法，使得在位于总部的</a:t>
            </a:r>
            <a:r>
              <a:rPr lang="en-US" altLang="zh-CN" dirty="0">
                <a:latin typeface="KaiTi" panose="02010609060101010101" pitchFamily="49" charset="-122"/>
                <a:ea typeface="KaiTi" panose="02010609060101010101" pitchFamily="49" charset="-122"/>
              </a:rPr>
              <a:t>PC1</a:t>
            </a:r>
            <a:r>
              <a:rPr lang="zh-CN" altLang="zh-CN" dirty="0">
                <a:latin typeface="KaiTi" panose="02010609060101010101" pitchFamily="49" charset="-122"/>
                <a:ea typeface="KaiTi" panose="02010609060101010101" pitchFamily="49" charset="-122"/>
              </a:rPr>
              <a:t>上通过该方法可登录到所有的路由器上去查看各个路由器的工作状态。（提示：使用</a:t>
            </a:r>
            <a:r>
              <a:rPr lang="en-US" altLang="zh-CN" dirty="0">
                <a:latin typeface="KaiTi" panose="02010609060101010101" pitchFamily="49" charset="-122"/>
                <a:ea typeface="KaiTi" panose="02010609060101010101" pitchFamily="49" charset="-122"/>
              </a:rPr>
              <a:t>VTY</a:t>
            </a:r>
            <a:r>
              <a:rPr lang="zh-CN" altLang="zh-CN" dirty="0">
                <a:latin typeface="KaiTi" panose="02010609060101010101" pitchFamily="49" charset="-122"/>
                <a:ea typeface="KaiTi" panose="02010609060101010101" pitchFamily="49" charset="-122"/>
              </a:rPr>
              <a:t>服务）</a:t>
            </a:r>
            <a:endParaRPr lang="zh-CN" altLang="zh-CN" dirty="0">
              <a:latin typeface="KaiTi" panose="02010609060101010101" pitchFamily="49" charset="-122"/>
              <a:ea typeface="KaiTi" panose="02010609060101010101" pitchFamily="49" charset="-122"/>
            </a:endParaRPr>
          </a:p>
        </p:txBody>
      </p:sp>
      <p:pic>
        <p:nvPicPr>
          <p:cNvPr id="2" name="图片 1"/>
          <p:cNvPicPr>
            <a:picLocks noChangeAspect="1"/>
          </p:cNvPicPr>
          <p:nvPr/>
        </p:nvPicPr>
        <p:blipFill>
          <a:blip r:embed="rId1"/>
          <a:stretch>
            <a:fillRect/>
          </a:stretch>
        </p:blipFill>
        <p:spPr>
          <a:xfrm>
            <a:off x="2763520" y="4173855"/>
            <a:ext cx="6666230" cy="2684145"/>
          </a:xfrm>
          <a:prstGeom prst="rect">
            <a:avLst/>
          </a:prstGeom>
        </p:spPr>
      </p:pic>
    </p:spTree>
  </p:cSld>
  <p:clrMapOvr>
    <a:masterClrMapping/>
  </p:clrMapOvr>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spPr>
      <a:bodyPr vert="horz" wrap="none" lIns="82124" tIns="41061" rIns="82124" bIns="41061" numCol="1" anchor="ctr" anchorCtr="0" compatLnSpc="1">
        <a:spAutoFit/>
      </a:bodyPr>
      <a:lstStyle>
        <a:defPPr marL="0" marR="0" indent="0" algn="ctr" defTabSz="814070" rtl="0" eaLnBrk="0" fontAlgn="base" latinLnBrk="0" hangingPunct="0">
          <a:lnSpc>
            <a:spcPct val="9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9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spPr>
      <a:bodyPr vert="horz" wrap="none" lIns="82124" tIns="41061" rIns="82124" bIns="41061" numCol="1" anchor="ctr" anchorCtr="0" compatLnSpc="1">
        <a:spAutoFit/>
      </a:bodyPr>
      <a:lstStyle>
        <a:defPPr marL="0" marR="0" indent="0" algn="ctr" defTabSz="814070" rtl="0" eaLnBrk="0" fontAlgn="base" latinLnBrk="0" hangingPunct="0">
          <a:lnSpc>
            <a:spcPct val="9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90204" pitchFamily="34"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Ciscopresentationwhite.10.3.06</Template>
  <TotalTime>0</TotalTime>
  <Words>3134</Words>
  <Application>WPS 文字</Application>
  <PresentationFormat>宽屏</PresentationFormat>
  <Paragraphs>240</Paragraphs>
  <Slides>33</Slides>
  <Notes>14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33</vt:i4>
      </vt:variant>
    </vt:vector>
  </HeadingPairs>
  <TitlesOfParts>
    <vt:vector size="54" baseType="lpstr">
      <vt:lpstr>Arial</vt:lpstr>
      <vt:lpstr>方正书宋_GBK</vt:lpstr>
      <vt:lpstr>Wingdings</vt:lpstr>
      <vt:lpstr>宋体</vt:lpstr>
      <vt:lpstr>汉仪书宋二KW</vt:lpstr>
      <vt:lpstr>SimHei</vt:lpstr>
      <vt:lpstr>汉仪中黑KW</vt:lpstr>
      <vt:lpstr>黑体</vt:lpstr>
      <vt:lpstr>FangSong</vt:lpstr>
      <vt:lpstr>KaiTi</vt:lpstr>
      <vt:lpstr>Times New Roman</vt:lpstr>
      <vt:lpstr>微软雅黑</vt:lpstr>
      <vt:lpstr>汉仪旗黑</vt:lpstr>
      <vt:lpstr>宋体</vt:lpstr>
      <vt:lpstr>Arial Unicode MS</vt:lpstr>
      <vt:lpstr>方正仿宋_GBK</vt:lpstr>
      <vt:lpstr>汉仪楷体KW</vt:lpstr>
      <vt:lpstr>PPT-TMPLT-WHT_C</vt:lpstr>
      <vt:lpstr>MSPhotoEd.3</vt:lpstr>
      <vt:lpstr>MSPhotoEd.3</vt:lpstr>
      <vt:lpstr>MSPhotoEd.3</vt:lpstr>
      <vt:lpstr>Routing &amp; Switching</vt:lpstr>
      <vt:lpstr>实验一　路由器的基本配置</vt:lpstr>
      <vt:lpstr>实验目的 </vt:lpstr>
      <vt:lpstr>一、背景知识 </vt:lpstr>
      <vt:lpstr>1. 带外访问</vt:lpstr>
      <vt:lpstr>2. 网络接口类型与线缆 </vt:lpstr>
      <vt:lpstr>3. 常用模块 </vt:lpstr>
      <vt:lpstr>4. 接口编号规则</vt:lpstr>
      <vt:lpstr>5. 路由器的模式</vt:lpstr>
      <vt:lpstr>6. 实验室机架</vt:lpstr>
      <vt:lpstr>二、基本技能 </vt:lpstr>
      <vt:lpstr>内容与任务</vt:lpstr>
      <vt:lpstr>实验室物理连接</vt:lpstr>
      <vt:lpstr>规划(一)</vt:lpstr>
      <vt:lpstr>规划(二)</vt:lpstr>
      <vt:lpstr>配置与操作要点 </vt:lpstr>
      <vt:lpstr>线缆选择与连接</vt:lpstr>
      <vt:lpstr>全局简单配置与验证</vt:lpstr>
      <vt:lpstr>局域网接口配置</vt:lpstr>
      <vt:lpstr>验证（1）</vt:lpstr>
      <vt:lpstr>验证（2）</vt:lpstr>
      <vt:lpstr>控制线路密码与超时</vt:lpstr>
      <vt:lpstr>验证</vt:lpstr>
      <vt:lpstr>历史命令配置与验证</vt:lpstr>
      <vt:lpstr>三、进阶技能 </vt:lpstr>
      <vt:lpstr>任务与要求</vt:lpstr>
      <vt:lpstr>配置与操作要点 </vt:lpstr>
      <vt:lpstr>广域网接口配置</vt:lpstr>
      <vt:lpstr>远程登录配置与验证</vt:lpstr>
      <vt:lpstr>四、问题与思考</vt:lpstr>
      <vt:lpstr>问题与思考</vt:lpstr>
      <vt:lpstr>五、创新活动 </vt:lpstr>
      <vt:lpstr>任务与要求</vt:lpstr>
    </vt:vector>
  </TitlesOfParts>
  <LinksUpToDate>false</LinksUpToDate>
  <SharedDoc>false</SharedDoc>
  <HyperlinksChanged>false</HyperlinksChanged>
  <AppVersion>14.0000</AppVersion>
  <Pages>28</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Routing and Packet Forwarding</dc:title>
  <dc:creator>CLI</dc:creator>
  <cp:lastModifiedBy>liujun</cp:lastModifiedBy>
  <cp:revision>687</cp:revision>
  <cp:lastPrinted>2022-03-11T09:14:01Z</cp:lastPrinted>
  <dcterms:created xsi:type="dcterms:W3CDTF">2022-03-11T09:14:01Z</dcterms:created>
  <dcterms:modified xsi:type="dcterms:W3CDTF">2022-03-11T09:14:01Z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enita Bangloy">
    <vt:lpwstr>12.21.01 - Copyright date changed to 2002</vt:lpwstr>
  </property>
  <property fmtid="{D5CDD505-2E9C-101B-9397-08002B2CF9AE}" pid="3" name="Jenita ">
    <vt:lpwstr>12.21.01 - Line tool now defaults to 3 points size and black color. Previous version created white line which is not visible</vt:lpwstr>
  </property>
  <property fmtid="{D5CDD505-2E9C-101B-9397-08002B2CF9AE}" pid="4" name="JBangloy">
    <vt:lpwstr>12.21.01 - All remaining Helvetica changed to Arial</vt:lpwstr>
  </property>
  <property fmtid="{D5CDD505-2E9C-101B-9397-08002B2CF9AE}" pid="5" name="KSOProductBuildVer">
    <vt:lpwstr>2052-3.9.0.6159</vt:lpwstr>
  </property>
</Properties>
</file>